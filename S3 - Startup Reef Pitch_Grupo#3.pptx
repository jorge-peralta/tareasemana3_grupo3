
<file path=[Content_Types].xml><?xml version="1.0" encoding="utf-8"?>
<Types xmlns="http://schemas.openxmlformats.org/package/2006/content-types">
  <Default Extension="com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8" r:id="rId1"/>
    <p:sldMasterId id="2147483669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CE554C2-B516-42FD-BE79-E6D6CB751638}">
  <a:tblStyle styleId="{6CE554C2-B516-42FD-BE79-E6D6CB75163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46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20fb1fb1e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20fb1fb1e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20fb1fb1e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20fb1fb1e_0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31eedecf9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31eedecf9_0_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20fb1fb1e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20fb1fb1e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20fb1fb1e_0_3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20fb1fb1e_0_3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20fb1fb1e_0_5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20fb1fb1e_0_5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20fb1fb1e_0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20fb1fb1e_0_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5ed75ccf_0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5ed75ccf_0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20fb1fb1e_0_4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20fb1fb1e_0_4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20fb1fb1e_0_8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20fb1fb1e_0_8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20fb1fb1e_0_8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20fb1fb1e_0_8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20fb1fb1e_0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20fb1fb1e_0_5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20fb1fb1e_0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20fb1fb1e_0_5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95801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20fb1fb1e_0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20fb1fb1e_0_5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9188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rgbClr val="1ABC9C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FFFFFF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685800" y="3287213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solidFill>
          <a:srgbClr val="1ABC9C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434343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685800" y="2726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685800" y="38306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bg>
      <p:bgPr>
        <a:solidFill>
          <a:srgbClr val="1ABC9C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flipH="1"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434343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757200" y="2161800"/>
            <a:ext cx="5629800" cy="8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419100" algn="ctr" rtl="0"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3000"/>
              <a:buChar char="●"/>
              <a:defRPr sz="3000" i="1">
                <a:solidFill>
                  <a:srgbClr val="434343"/>
                </a:solidFill>
              </a:defRPr>
            </a:lvl1pPr>
            <a:lvl2pPr marL="914400" lvl="1" indent="-419100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sz="3000" i="1">
                <a:solidFill>
                  <a:srgbClr val="434343"/>
                </a:solidFill>
              </a:defRPr>
            </a:lvl2pPr>
            <a:lvl3pPr marL="1371600" lvl="2" indent="-419100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sz="3000" i="1">
                <a:solidFill>
                  <a:srgbClr val="434343"/>
                </a:solidFill>
              </a:defRPr>
            </a:lvl3pPr>
            <a:lvl4pPr marL="1828800" lvl="3" indent="-419100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●"/>
              <a:defRPr sz="3000" i="1">
                <a:solidFill>
                  <a:srgbClr val="434343"/>
                </a:solidFill>
              </a:defRPr>
            </a:lvl4pPr>
            <a:lvl5pPr marL="2286000" lvl="4" indent="-419100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sz="3000" i="1">
                <a:solidFill>
                  <a:srgbClr val="434343"/>
                </a:solidFill>
              </a:defRPr>
            </a:lvl5pPr>
            <a:lvl6pPr marL="2743200" lvl="5" indent="-419100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sz="3000" i="1">
                <a:solidFill>
                  <a:srgbClr val="434343"/>
                </a:solidFill>
              </a:defRPr>
            </a:lvl6pPr>
            <a:lvl7pPr marL="3200400" lvl="6" indent="-419100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●"/>
              <a:defRPr sz="3000" i="1">
                <a:solidFill>
                  <a:srgbClr val="434343"/>
                </a:solidFill>
              </a:defRPr>
            </a:lvl7pPr>
            <a:lvl8pPr marL="3657600" lvl="7" indent="-419100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sz="3000" i="1">
                <a:solidFill>
                  <a:srgbClr val="434343"/>
                </a:solidFill>
              </a:defRPr>
            </a:lvl8pPr>
            <a:lvl9pPr marL="4114800" lvl="8" indent="-41910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sz="3000" i="1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/>
          <p:nvPr/>
        </p:nvSpPr>
        <p:spPr>
          <a:xfrm>
            <a:off x="205550" y="75075"/>
            <a:ext cx="7995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“</a:t>
            </a:r>
            <a:endParaRPr sz="12000" b="1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1ABC9C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922000" y="1885951"/>
            <a:ext cx="6866100" cy="23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Clr>
                <a:srgbClr val="1ABC9C"/>
              </a:buClr>
              <a:buSzPts val="18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800"/>
              <a:buChar char="○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8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1ABC9C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922000" y="1887378"/>
            <a:ext cx="3543300" cy="30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Clr>
                <a:srgbClr val="1ABC9C"/>
              </a:buClr>
              <a:buSzPts val="18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800"/>
              <a:buChar char="○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8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4678687" y="1887378"/>
            <a:ext cx="3543300" cy="30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Clr>
                <a:srgbClr val="1ABC9C"/>
              </a:buClr>
              <a:buSzPts val="18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800"/>
              <a:buChar char="○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8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1ABC9C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922000" y="1930500"/>
            <a:ext cx="2332200" cy="29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Clr>
                <a:srgbClr val="1ABC9C"/>
              </a:buClr>
              <a:buSzPts val="1400"/>
              <a:buChar char="●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400"/>
              <a:buChar char="○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400"/>
              <a:buChar char="■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3373778" y="1930500"/>
            <a:ext cx="2332200" cy="29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Clr>
                <a:srgbClr val="1ABC9C"/>
              </a:buClr>
              <a:buSzPts val="1400"/>
              <a:buChar char="●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400"/>
              <a:buChar char="○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400"/>
              <a:buChar char="■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3"/>
          </p:nvPr>
        </p:nvSpPr>
        <p:spPr>
          <a:xfrm>
            <a:off x="5825557" y="1930500"/>
            <a:ext cx="2332200" cy="29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Clr>
                <a:srgbClr val="1ABC9C"/>
              </a:buClr>
              <a:buSzPts val="1400"/>
              <a:buChar char="●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400"/>
              <a:buChar char="○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400"/>
              <a:buChar char="■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1ABC9C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1ABC9C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1"/>
          </p:nvPr>
        </p:nvSpPr>
        <p:spPr>
          <a:xfrm>
            <a:off x="457200" y="4253909"/>
            <a:ext cx="8229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>
              <a:spcBef>
                <a:spcPts val="360"/>
              </a:spcBef>
              <a:spcAft>
                <a:spcPts val="0"/>
              </a:spcAft>
              <a:buSzPts val="1400"/>
              <a:buNone/>
              <a:defRPr sz="1400"/>
            </a:lvl1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10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1ABC9C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olored">
  <p:cSld name="BLANK_1">
    <p:bg>
      <p:bgPr>
        <a:solidFill>
          <a:srgbClr val="1ABC9C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1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FFFFFF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rgbClr val="1ABC9C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FFFFFF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685800" y="3287213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solidFill>
          <a:srgbClr val="1ABC9C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434343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ctrTitle"/>
          </p:nvPr>
        </p:nvSpPr>
        <p:spPr>
          <a:xfrm>
            <a:off x="685800" y="2726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ubTitle" idx="1"/>
          </p:nvPr>
        </p:nvSpPr>
        <p:spPr>
          <a:xfrm>
            <a:off x="685800" y="38306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bg>
      <p:bgPr>
        <a:solidFill>
          <a:srgbClr val="1ABC9C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/>
          <p:nvPr/>
        </p:nvSpPr>
        <p:spPr>
          <a:xfrm flipH="1"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434343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1757200" y="2161800"/>
            <a:ext cx="5629800" cy="8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419100" algn="ctr" rtl="0"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3000"/>
              <a:buChar char="●"/>
              <a:defRPr sz="3000" i="1">
                <a:solidFill>
                  <a:srgbClr val="434343"/>
                </a:solidFill>
              </a:defRPr>
            </a:lvl1pPr>
            <a:lvl2pPr marL="914400" lvl="1" indent="-419100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sz="3000" i="1">
                <a:solidFill>
                  <a:srgbClr val="434343"/>
                </a:solidFill>
              </a:defRPr>
            </a:lvl2pPr>
            <a:lvl3pPr marL="1371600" lvl="2" indent="-419100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sz="3000" i="1">
                <a:solidFill>
                  <a:srgbClr val="434343"/>
                </a:solidFill>
              </a:defRPr>
            </a:lvl3pPr>
            <a:lvl4pPr marL="1828800" lvl="3" indent="-419100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●"/>
              <a:defRPr sz="3000" i="1">
                <a:solidFill>
                  <a:srgbClr val="434343"/>
                </a:solidFill>
              </a:defRPr>
            </a:lvl4pPr>
            <a:lvl5pPr marL="2286000" lvl="4" indent="-419100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sz="3000" i="1">
                <a:solidFill>
                  <a:srgbClr val="434343"/>
                </a:solidFill>
              </a:defRPr>
            </a:lvl5pPr>
            <a:lvl6pPr marL="2743200" lvl="5" indent="-419100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sz="3000" i="1">
                <a:solidFill>
                  <a:srgbClr val="434343"/>
                </a:solidFill>
              </a:defRPr>
            </a:lvl6pPr>
            <a:lvl7pPr marL="3200400" lvl="6" indent="-419100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●"/>
              <a:defRPr sz="3000" i="1">
                <a:solidFill>
                  <a:srgbClr val="434343"/>
                </a:solidFill>
              </a:defRPr>
            </a:lvl7pPr>
            <a:lvl8pPr marL="3657600" lvl="7" indent="-419100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sz="3000" i="1">
                <a:solidFill>
                  <a:srgbClr val="434343"/>
                </a:solidFill>
              </a:defRPr>
            </a:lvl8pPr>
            <a:lvl9pPr marL="4114800" lvl="8" indent="-419100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sz="3000" i="1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205550" y="75075"/>
            <a:ext cx="7995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“</a:t>
            </a:r>
            <a:endParaRPr sz="12000" b="1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1ABC9C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body" idx="1"/>
          </p:nvPr>
        </p:nvSpPr>
        <p:spPr>
          <a:xfrm>
            <a:off x="922000" y="1885951"/>
            <a:ext cx="6866100" cy="23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Clr>
                <a:srgbClr val="FFB600"/>
              </a:buClr>
              <a:buSzPts val="18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Clr>
                <a:srgbClr val="FFB600"/>
              </a:buClr>
              <a:buSzPts val="1800"/>
              <a:buChar char="○"/>
              <a:defRPr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Clr>
                <a:srgbClr val="FFB600"/>
              </a:buClr>
              <a:buSzPts val="1800"/>
              <a:buChar char="■"/>
              <a:defRPr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1ABC9C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1"/>
          </p:nvPr>
        </p:nvSpPr>
        <p:spPr>
          <a:xfrm>
            <a:off x="922000" y="1887378"/>
            <a:ext cx="3543300" cy="30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body" idx="2"/>
          </p:nvPr>
        </p:nvSpPr>
        <p:spPr>
          <a:xfrm>
            <a:off x="4678687" y="1887378"/>
            <a:ext cx="3543300" cy="30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1ABC9C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922000" y="1930500"/>
            <a:ext cx="2332200" cy="29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3373778" y="1930500"/>
            <a:ext cx="2332200" cy="29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5825557" y="1930500"/>
            <a:ext cx="2332200" cy="29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1ABC9C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1ABC9C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body" idx="1"/>
          </p:nvPr>
        </p:nvSpPr>
        <p:spPr>
          <a:xfrm>
            <a:off x="457200" y="4253909"/>
            <a:ext cx="8229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400"/>
            </a:lvl1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21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1ABC9C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olored">
  <p:cSld name="BLANK_1">
    <p:bg>
      <p:bgPr>
        <a:solidFill>
          <a:srgbClr val="1ABC9C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22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FFFFFF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22000" y="1885951"/>
            <a:ext cx="6866100" cy="23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Clr>
                <a:srgbClr val="1ABC9C"/>
              </a:buClr>
              <a:buSzPts val="1800"/>
              <a:buFont typeface="Raleway Light"/>
              <a:buChar char="●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800"/>
              <a:buFont typeface="Raleway Light"/>
              <a:buChar char="○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800"/>
              <a:buFont typeface="Raleway Light"/>
              <a:buChar char="■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●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○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■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●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○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■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 sz="1300">
                <a:solidFill>
                  <a:srgbClr val="1ABC9C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buNone/>
              <a:defRPr sz="1300">
                <a:solidFill>
                  <a:srgbClr val="1ABC9C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buNone/>
              <a:defRPr sz="1300">
                <a:solidFill>
                  <a:srgbClr val="1ABC9C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buNone/>
              <a:defRPr sz="1300">
                <a:solidFill>
                  <a:srgbClr val="1ABC9C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buNone/>
              <a:defRPr sz="1300">
                <a:solidFill>
                  <a:srgbClr val="1ABC9C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buNone/>
              <a:defRPr sz="1300">
                <a:solidFill>
                  <a:srgbClr val="1ABC9C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buNone/>
              <a:defRPr sz="1300">
                <a:solidFill>
                  <a:srgbClr val="1ABC9C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buNone/>
              <a:defRPr sz="1300">
                <a:solidFill>
                  <a:srgbClr val="1ABC9C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buNone/>
              <a:defRPr sz="1300">
                <a:solidFill>
                  <a:srgbClr val="1ABC9C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body" idx="1"/>
          </p:nvPr>
        </p:nvSpPr>
        <p:spPr>
          <a:xfrm>
            <a:off x="922000" y="1885951"/>
            <a:ext cx="6866100" cy="23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Clr>
                <a:srgbClr val="FFB600"/>
              </a:buClr>
              <a:buSzPts val="1800"/>
              <a:buFont typeface="Raleway Light"/>
              <a:buChar char="●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Clr>
                <a:srgbClr val="FFB600"/>
              </a:buClr>
              <a:buSzPts val="1800"/>
              <a:buFont typeface="Raleway Light"/>
              <a:buChar char="○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Clr>
                <a:srgbClr val="FFB600"/>
              </a:buClr>
              <a:buSzPts val="1800"/>
              <a:buFont typeface="Raleway Light"/>
              <a:buChar char="■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●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○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■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●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○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■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 sz="1300">
                <a:solidFill>
                  <a:srgbClr val="1ABC9C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buNone/>
              <a:defRPr sz="1300">
                <a:solidFill>
                  <a:srgbClr val="1ABC9C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buNone/>
              <a:defRPr sz="1300">
                <a:solidFill>
                  <a:srgbClr val="1ABC9C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buNone/>
              <a:defRPr sz="1300">
                <a:solidFill>
                  <a:srgbClr val="1ABC9C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buNone/>
              <a:defRPr sz="1300">
                <a:solidFill>
                  <a:srgbClr val="1ABC9C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buNone/>
              <a:defRPr sz="1300">
                <a:solidFill>
                  <a:srgbClr val="1ABC9C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buNone/>
              <a:defRPr sz="1300">
                <a:solidFill>
                  <a:srgbClr val="1ABC9C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buNone/>
              <a:defRPr sz="1300">
                <a:solidFill>
                  <a:srgbClr val="1ABC9C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buNone/>
              <a:defRPr sz="1300">
                <a:solidFill>
                  <a:srgbClr val="1ABC9C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com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diegorick@unitec.edu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Relationship Id="rId4" Type="http://schemas.openxmlformats.org/officeDocument/2006/relationships/hyperlink" Target="mailto:jperalta@unitec.edu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trello.com/invite/b/ycxc604D/e7b2cda15811b62ebc49e92c6241ae3a/proyecto-cinema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next.canvanizer.com/canvas/r1BHQwZFlV1r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>
            <a:spLocks noGrp="1"/>
          </p:cNvSpPr>
          <p:nvPr>
            <p:ph type="ctrTitle"/>
          </p:nvPr>
        </p:nvSpPr>
        <p:spPr>
          <a:xfrm>
            <a:off x="685800" y="678750"/>
            <a:ext cx="7772400" cy="189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HN" sz="5400" dirty="0" err="1"/>
              <a:t>Proyecto_Cinema</a:t>
            </a:r>
            <a:endParaRPr sz="5400" dirty="0"/>
          </a:p>
        </p:txBody>
      </p:sp>
      <p:pic>
        <p:nvPicPr>
          <p:cNvPr id="106" name="Google Shape;106;p23"/>
          <p:cNvPicPr preferRelativeResize="0"/>
          <p:nvPr/>
        </p:nvPicPr>
        <p:blipFill rotWithShape="1">
          <a:blip r:embed="rId3">
            <a:alphaModFix/>
          </a:blip>
          <a:srcRect r="74827"/>
          <a:stretch/>
        </p:blipFill>
        <p:spPr>
          <a:xfrm>
            <a:off x="7972850" y="249550"/>
            <a:ext cx="981748" cy="96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3"/>
          <p:cNvSpPr txBox="1">
            <a:spLocks noGrp="1"/>
          </p:cNvSpPr>
          <p:nvPr>
            <p:ph type="subTitle" idx="4294967295"/>
          </p:nvPr>
        </p:nvSpPr>
        <p:spPr>
          <a:xfrm>
            <a:off x="685800" y="3000950"/>
            <a:ext cx="4750500" cy="1505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Grupo#3: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Diego Ricardo L</a:t>
            </a:r>
            <a:r>
              <a:rPr lang="es-HN" sz="1600" b="1" dirty="0" err="1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ópez</a:t>
            </a:r>
            <a:r>
              <a:rPr lang="es-HN" sz="1600" b="1" dirty="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HN" sz="1600" b="1" dirty="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Elvin Israel Castillo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HN" sz="1600" b="1" dirty="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Jorge Alberto Peralta</a:t>
            </a:r>
            <a:endParaRPr sz="1600" b="1" dirty="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>
            <a:spLocks noGrp="1"/>
          </p:cNvSpPr>
          <p:nvPr>
            <p:ph type="title"/>
          </p:nvPr>
        </p:nvSpPr>
        <p:spPr>
          <a:xfrm>
            <a:off x="922000" y="891775"/>
            <a:ext cx="38712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¿Cuál es el </a:t>
            </a:r>
            <a:r>
              <a:rPr lang="en" sz="3600">
                <a:solidFill>
                  <a:srgbClr val="1ABC9C"/>
                </a:solidFill>
              </a:rPr>
              <a:t>problema?</a:t>
            </a:r>
            <a:r>
              <a:rPr lang="en" sz="3600"/>
              <a:t> </a:t>
            </a:r>
            <a:endParaRPr sz="3600"/>
          </a:p>
        </p:txBody>
      </p:sp>
      <p:sp>
        <p:nvSpPr>
          <p:cNvPr id="113" name="Google Shape;113;p24"/>
          <p:cNvSpPr txBox="1">
            <a:spLocks noGrp="1"/>
          </p:cNvSpPr>
          <p:nvPr>
            <p:ph type="body" idx="1"/>
          </p:nvPr>
        </p:nvSpPr>
        <p:spPr>
          <a:xfrm>
            <a:off x="922000" y="2301974"/>
            <a:ext cx="4035300" cy="21598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Escribe oraciones concisas y claras: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1ABC9C"/>
              </a:buClr>
              <a:buSzPts val="1800"/>
              <a:buChar char="●"/>
            </a:pPr>
            <a:r>
              <a:rPr lang="en" dirty="0"/>
              <a:t>Reconocimiento de cines locales.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800"/>
              <a:buChar char="●"/>
            </a:pPr>
            <a:r>
              <a:rPr lang="es-HN" dirty="0"/>
              <a:t>Dificultades con directorios de películas.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800"/>
              <a:buChar char="●"/>
            </a:pPr>
            <a:r>
              <a:rPr lang="en" dirty="0"/>
              <a:t>Reseñas de películas. </a:t>
            </a:r>
            <a:endParaRPr dirty="0"/>
          </a:p>
        </p:txBody>
      </p:sp>
      <p:pic>
        <p:nvPicPr>
          <p:cNvPr id="114" name="Google Shape;114;p24"/>
          <p:cNvPicPr preferRelativeResize="0"/>
          <p:nvPr/>
        </p:nvPicPr>
        <p:blipFill rotWithShape="1">
          <a:blip r:embed="rId3">
            <a:alphaModFix/>
          </a:blip>
          <a:srcRect l="16671" r="16671"/>
          <a:stretch/>
        </p:blipFill>
        <p:spPr>
          <a:xfrm>
            <a:off x="4957350" y="891600"/>
            <a:ext cx="3360300" cy="3360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15" name="Google Shape;115;p24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116" name="Google Shape;116;p24"/>
          <p:cNvSpPr/>
          <p:nvPr/>
        </p:nvSpPr>
        <p:spPr>
          <a:xfrm>
            <a:off x="8120076" y="326788"/>
            <a:ext cx="729931" cy="729886"/>
          </a:xfrm>
          <a:custGeom>
            <a:avLst/>
            <a:gdLst/>
            <a:ahLst/>
            <a:cxnLst/>
            <a:rect l="l" t="t" r="r" b="b"/>
            <a:pathLst>
              <a:path w="16414" h="16413" extrusionOk="0">
                <a:moveTo>
                  <a:pt x="10088" y="5080"/>
                </a:moveTo>
                <a:lnTo>
                  <a:pt x="10234" y="5105"/>
                </a:lnTo>
                <a:lnTo>
                  <a:pt x="10307" y="5129"/>
                </a:lnTo>
                <a:lnTo>
                  <a:pt x="10356" y="5178"/>
                </a:lnTo>
                <a:lnTo>
                  <a:pt x="11235" y="6057"/>
                </a:lnTo>
                <a:lnTo>
                  <a:pt x="11284" y="6106"/>
                </a:lnTo>
                <a:lnTo>
                  <a:pt x="11309" y="6179"/>
                </a:lnTo>
                <a:lnTo>
                  <a:pt x="11333" y="6326"/>
                </a:lnTo>
                <a:lnTo>
                  <a:pt x="11309" y="6473"/>
                </a:lnTo>
                <a:lnTo>
                  <a:pt x="11284" y="6546"/>
                </a:lnTo>
                <a:lnTo>
                  <a:pt x="11235" y="6595"/>
                </a:lnTo>
                <a:lnTo>
                  <a:pt x="9892" y="7938"/>
                </a:lnTo>
                <a:lnTo>
                  <a:pt x="9843" y="7987"/>
                </a:lnTo>
                <a:lnTo>
                  <a:pt x="9819" y="8060"/>
                </a:lnTo>
                <a:lnTo>
                  <a:pt x="9795" y="8207"/>
                </a:lnTo>
                <a:lnTo>
                  <a:pt x="9819" y="8353"/>
                </a:lnTo>
                <a:lnTo>
                  <a:pt x="9843" y="8426"/>
                </a:lnTo>
                <a:lnTo>
                  <a:pt x="9892" y="8475"/>
                </a:lnTo>
                <a:lnTo>
                  <a:pt x="11235" y="9818"/>
                </a:lnTo>
                <a:lnTo>
                  <a:pt x="11284" y="9867"/>
                </a:lnTo>
                <a:lnTo>
                  <a:pt x="11309" y="9941"/>
                </a:lnTo>
                <a:lnTo>
                  <a:pt x="11333" y="10087"/>
                </a:lnTo>
                <a:lnTo>
                  <a:pt x="11309" y="10234"/>
                </a:lnTo>
                <a:lnTo>
                  <a:pt x="11284" y="10307"/>
                </a:lnTo>
                <a:lnTo>
                  <a:pt x="11235" y="10356"/>
                </a:lnTo>
                <a:lnTo>
                  <a:pt x="10356" y="11235"/>
                </a:lnTo>
                <a:lnTo>
                  <a:pt x="10307" y="11284"/>
                </a:lnTo>
                <a:lnTo>
                  <a:pt x="10234" y="11308"/>
                </a:lnTo>
                <a:lnTo>
                  <a:pt x="10088" y="11333"/>
                </a:lnTo>
                <a:lnTo>
                  <a:pt x="9941" y="11308"/>
                </a:lnTo>
                <a:lnTo>
                  <a:pt x="9868" y="11284"/>
                </a:lnTo>
                <a:lnTo>
                  <a:pt x="9819" y="11235"/>
                </a:lnTo>
                <a:lnTo>
                  <a:pt x="8476" y="9892"/>
                </a:lnTo>
                <a:lnTo>
                  <a:pt x="8427" y="9843"/>
                </a:lnTo>
                <a:lnTo>
                  <a:pt x="8354" y="9818"/>
                </a:lnTo>
                <a:lnTo>
                  <a:pt x="8207" y="9794"/>
                </a:lnTo>
                <a:lnTo>
                  <a:pt x="8061" y="9818"/>
                </a:lnTo>
                <a:lnTo>
                  <a:pt x="7987" y="9843"/>
                </a:lnTo>
                <a:lnTo>
                  <a:pt x="7938" y="9892"/>
                </a:lnTo>
                <a:lnTo>
                  <a:pt x="6595" y="11235"/>
                </a:lnTo>
                <a:lnTo>
                  <a:pt x="6546" y="11284"/>
                </a:lnTo>
                <a:lnTo>
                  <a:pt x="6473" y="11308"/>
                </a:lnTo>
                <a:lnTo>
                  <a:pt x="6326" y="11333"/>
                </a:lnTo>
                <a:lnTo>
                  <a:pt x="6180" y="11308"/>
                </a:lnTo>
                <a:lnTo>
                  <a:pt x="6107" y="11284"/>
                </a:lnTo>
                <a:lnTo>
                  <a:pt x="6058" y="11235"/>
                </a:lnTo>
                <a:lnTo>
                  <a:pt x="5179" y="10356"/>
                </a:lnTo>
                <a:lnTo>
                  <a:pt x="5130" y="10307"/>
                </a:lnTo>
                <a:lnTo>
                  <a:pt x="5105" y="10234"/>
                </a:lnTo>
                <a:lnTo>
                  <a:pt x="5081" y="10087"/>
                </a:lnTo>
                <a:lnTo>
                  <a:pt x="5105" y="9941"/>
                </a:lnTo>
                <a:lnTo>
                  <a:pt x="5130" y="9867"/>
                </a:lnTo>
                <a:lnTo>
                  <a:pt x="5179" y="9818"/>
                </a:lnTo>
                <a:lnTo>
                  <a:pt x="6522" y="8475"/>
                </a:lnTo>
                <a:lnTo>
                  <a:pt x="6571" y="8426"/>
                </a:lnTo>
                <a:lnTo>
                  <a:pt x="6595" y="8353"/>
                </a:lnTo>
                <a:lnTo>
                  <a:pt x="6620" y="8207"/>
                </a:lnTo>
                <a:lnTo>
                  <a:pt x="6595" y="8060"/>
                </a:lnTo>
                <a:lnTo>
                  <a:pt x="6571" y="7987"/>
                </a:lnTo>
                <a:lnTo>
                  <a:pt x="6522" y="7938"/>
                </a:lnTo>
                <a:lnTo>
                  <a:pt x="5179" y="6595"/>
                </a:lnTo>
                <a:lnTo>
                  <a:pt x="5130" y="6546"/>
                </a:lnTo>
                <a:lnTo>
                  <a:pt x="5105" y="6473"/>
                </a:lnTo>
                <a:lnTo>
                  <a:pt x="5081" y="6326"/>
                </a:lnTo>
                <a:lnTo>
                  <a:pt x="5105" y="6179"/>
                </a:lnTo>
                <a:lnTo>
                  <a:pt x="5130" y="6106"/>
                </a:lnTo>
                <a:lnTo>
                  <a:pt x="5179" y="6057"/>
                </a:lnTo>
                <a:lnTo>
                  <a:pt x="6058" y="5178"/>
                </a:lnTo>
                <a:lnTo>
                  <a:pt x="6107" y="5129"/>
                </a:lnTo>
                <a:lnTo>
                  <a:pt x="6180" y="5105"/>
                </a:lnTo>
                <a:lnTo>
                  <a:pt x="6326" y="5080"/>
                </a:lnTo>
                <a:lnTo>
                  <a:pt x="6473" y="5105"/>
                </a:lnTo>
                <a:lnTo>
                  <a:pt x="6546" y="5129"/>
                </a:lnTo>
                <a:lnTo>
                  <a:pt x="6595" y="5178"/>
                </a:lnTo>
                <a:lnTo>
                  <a:pt x="7938" y="6521"/>
                </a:lnTo>
                <a:lnTo>
                  <a:pt x="7987" y="6570"/>
                </a:lnTo>
                <a:lnTo>
                  <a:pt x="8061" y="6595"/>
                </a:lnTo>
                <a:lnTo>
                  <a:pt x="8207" y="6619"/>
                </a:lnTo>
                <a:lnTo>
                  <a:pt x="8354" y="6595"/>
                </a:lnTo>
                <a:lnTo>
                  <a:pt x="8427" y="6570"/>
                </a:lnTo>
                <a:lnTo>
                  <a:pt x="8476" y="6521"/>
                </a:lnTo>
                <a:lnTo>
                  <a:pt x="9819" y="5178"/>
                </a:lnTo>
                <a:lnTo>
                  <a:pt x="9868" y="5129"/>
                </a:lnTo>
                <a:lnTo>
                  <a:pt x="9941" y="5105"/>
                </a:lnTo>
                <a:lnTo>
                  <a:pt x="10088" y="5080"/>
                </a:lnTo>
                <a:close/>
                <a:moveTo>
                  <a:pt x="5130" y="0"/>
                </a:moveTo>
                <a:lnTo>
                  <a:pt x="4934" y="25"/>
                </a:lnTo>
                <a:lnTo>
                  <a:pt x="4739" y="74"/>
                </a:lnTo>
                <a:lnTo>
                  <a:pt x="4568" y="171"/>
                </a:lnTo>
                <a:lnTo>
                  <a:pt x="4397" y="293"/>
                </a:lnTo>
                <a:lnTo>
                  <a:pt x="294" y="4397"/>
                </a:lnTo>
                <a:lnTo>
                  <a:pt x="172" y="4568"/>
                </a:lnTo>
                <a:lnTo>
                  <a:pt x="74" y="4738"/>
                </a:lnTo>
                <a:lnTo>
                  <a:pt x="25" y="4934"/>
                </a:lnTo>
                <a:lnTo>
                  <a:pt x="1" y="5129"/>
                </a:lnTo>
                <a:lnTo>
                  <a:pt x="1" y="11284"/>
                </a:lnTo>
                <a:lnTo>
                  <a:pt x="25" y="11479"/>
                </a:lnTo>
                <a:lnTo>
                  <a:pt x="74" y="11675"/>
                </a:lnTo>
                <a:lnTo>
                  <a:pt x="172" y="11846"/>
                </a:lnTo>
                <a:lnTo>
                  <a:pt x="294" y="12017"/>
                </a:lnTo>
                <a:lnTo>
                  <a:pt x="4397" y="16120"/>
                </a:lnTo>
                <a:lnTo>
                  <a:pt x="4568" y="16242"/>
                </a:lnTo>
                <a:lnTo>
                  <a:pt x="4739" y="16339"/>
                </a:lnTo>
                <a:lnTo>
                  <a:pt x="4934" y="16388"/>
                </a:lnTo>
                <a:lnTo>
                  <a:pt x="5130" y="16413"/>
                </a:lnTo>
                <a:lnTo>
                  <a:pt x="11284" y="16413"/>
                </a:lnTo>
                <a:lnTo>
                  <a:pt x="11480" y="16388"/>
                </a:lnTo>
                <a:lnTo>
                  <a:pt x="11675" y="16339"/>
                </a:lnTo>
                <a:lnTo>
                  <a:pt x="11846" y="16242"/>
                </a:lnTo>
                <a:lnTo>
                  <a:pt x="12017" y="16120"/>
                </a:lnTo>
                <a:lnTo>
                  <a:pt x="16120" y="12017"/>
                </a:lnTo>
                <a:lnTo>
                  <a:pt x="16242" y="11846"/>
                </a:lnTo>
                <a:lnTo>
                  <a:pt x="16340" y="11675"/>
                </a:lnTo>
                <a:lnTo>
                  <a:pt x="16389" y="11479"/>
                </a:lnTo>
                <a:lnTo>
                  <a:pt x="16413" y="11284"/>
                </a:lnTo>
                <a:lnTo>
                  <a:pt x="16413" y="5129"/>
                </a:lnTo>
                <a:lnTo>
                  <a:pt x="16389" y="4934"/>
                </a:lnTo>
                <a:lnTo>
                  <a:pt x="16340" y="4738"/>
                </a:lnTo>
                <a:lnTo>
                  <a:pt x="16242" y="4568"/>
                </a:lnTo>
                <a:lnTo>
                  <a:pt x="16120" y="4397"/>
                </a:lnTo>
                <a:lnTo>
                  <a:pt x="12017" y="293"/>
                </a:lnTo>
                <a:lnTo>
                  <a:pt x="11846" y="171"/>
                </a:lnTo>
                <a:lnTo>
                  <a:pt x="11675" y="74"/>
                </a:lnTo>
                <a:lnTo>
                  <a:pt x="11480" y="25"/>
                </a:lnTo>
                <a:lnTo>
                  <a:pt x="11284" y="0"/>
                </a:lnTo>
                <a:close/>
              </a:path>
            </a:pathLst>
          </a:custGeom>
          <a:solidFill>
            <a:srgbClr val="1ABC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5"/>
          <p:cNvPicPr preferRelativeResize="0"/>
          <p:nvPr/>
        </p:nvPicPr>
        <p:blipFill rotWithShape="1">
          <a:blip r:embed="rId3">
            <a:alphaModFix/>
          </a:blip>
          <a:srcRect l="5266" t="22392" r="44434" b="10542"/>
          <a:stretch/>
        </p:blipFill>
        <p:spPr>
          <a:xfrm>
            <a:off x="994950" y="891600"/>
            <a:ext cx="3360300" cy="3360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22" name="Google Shape;122;p25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123" name="Google Shape;123;p25"/>
          <p:cNvSpPr txBox="1">
            <a:spLocks noGrp="1"/>
          </p:cNvSpPr>
          <p:nvPr>
            <p:ph type="title"/>
          </p:nvPr>
        </p:nvSpPr>
        <p:spPr>
          <a:xfrm>
            <a:off x="4701893" y="891775"/>
            <a:ext cx="38712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¿Cómo lo estás </a:t>
            </a:r>
            <a:r>
              <a:rPr lang="en" sz="3600">
                <a:solidFill>
                  <a:srgbClr val="1ABC9C"/>
                </a:solidFill>
              </a:rPr>
              <a:t>solucionando</a:t>
            </a:r>
            <a:r>
              <a:rPr lang="en" sz="3600"/>
              <a:t>? </a:t>
            </a:r>
            <a:endParaRPr sz="3600"/>
          </a:p>
        </p:txBody>
      </p:sp>
      <p:sp>
        <p:nvSpPr>
          <p:cNvPr id="124" name="Google Shape;124;p25"/>
          <p:cNvSpPr txBox="1">
            <a:spLocks noGrp="1"/>
          </p:cNvSpPr>
          <p:nvPr>
            <p:ph type="body" idx="1"/>
          </p:nvPr>
        </p:nvSpPr>
        <p:spPr>
          <a:xfrm>
            <a:off x="4701900" y="2301975"/>
            <a:ext cx="3948600" cy="148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Escribe oraciones concisas y claras: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1ABC9C"/>
              </a:buClr>
              <a:buSzPts val="1800"/>
              <a:buChar char="●"/>
            </a:pPr>
            <a:r>
              <a:rPr lang="es-HN" dirty="0"/>
              <a:t>Amplio catalogo de películas.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800"/>
              <a:buChar char="●"/>
            </a:pPr>
            <a:r>
              <a:rPr lang="en" dirty="0"/>
              <a:t>Reseñas avaladas.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800"/>
              <a:buChar char="●"/>
            </a:pPr>
            <a:r>
              <a:rPr lang="en" dirty="0"/>
              <a:t>Algoritmo personalizado.</a:t>
            </a:r>
            <a:endParaRPr dirty="0"/>
          </a:p>
        </p:txBody>
      </p:sp>
      <p:sp>
        <p:nvSpPr>
          <p:cNvPr id="125" name="Google Shape;125;p25"/>
          <p:cNvSpPr/>
          <p:nvPr/>
        </p:nvSpPr>
        <p:spPr>
          <a:xfrm>
            <a:off x="8120072" y="304251"/>
            <a:ext cx="752465" cy="752430"/>
          </a:xfrm>
          <a:custGeom>
            <a:avLst/>
            <a:gdLst/>
            <a:ahLst/>
            <a:cxnLst/>
            <a:rect l="l" t="t" r="r" b="b"/>
            <a:pathLst>
              <a:path w="16266" h="16267" extrusionOk="0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rgbClr val="1ABC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>
            <a:spLocks noGrp="1"/>
          </p:cNvSpPr>
          <p:nvPr>
            <p:ph type="ctrTitle" idx="4294967295"/>
          </p:nvPr>
        </p:nvSpPr>
        <p:spPr>
          <a:xfrm>
            <a:off x="654000" y="1685850"/>
            <a:ext cx="4760100" cy="177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>
                <a:solidFill>
                  <a:srgbClr val="1ABC9C"/>
                </a:solidFill>
              </a:rPr>
              <a:t>¿Cómo </a:t>
            </a:r>
            <a:r>
              <a:rPr lang="en" sz="5500"/>
              <a:t>funciona?</a:t>
            </a:r>
            <a:endParaRPr sz="5500"/>
          </a:p>
        </p:txBody>
      </p:sp>
      <p:sp>
        <p:nvSpPr>
          <p:cNvPr id="131" name="Google Shape;131;p26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grpSp>
        <p:nvGrpSpPr>
          <p:cNvPr id="132" name="Google Shape;132;p26"/>
          <p:cNvGrpSpPr/>
          <p:nvPr/>
        </p:nvGrpSpPr>
        <p:grpSpPr>
          <a:xfrm>
            <a:off x="5644718" y="1505155"/>
            <a:ext cx="2600306" cy="1923805"/>
            <a:chOff x="5255200" y="3006475"/>
            <a:chExt cx="511700" cy="378575"/>
          </a:xfrm>
        </p:grpSpPr>
        <p:sp>
          <p:nvSpPr>
            <p:cNvPr id="133" name="Google Shape;133;p26"/>
            <p:cNvSpPr/>
            <p:nvPr/>
          </p:nvSpPr>
          <p:spPr>
            <a:xfrm>
              <a:off x="5255200" y="3006475"/>
              <a:ext cx="349900" cy="349875"/>
            </a:xfrm>
            <a:custGeom>
              <a:avLst/>
              <a:gdLst/>
              <a:ahLst/>
              <a:cxnLst/>
              <a:rect l="l" t="t" r="r" b="b"/>
              <a:pathLst>
                <a:path w="13996" h="13995" extrusionOk="0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6"/>
            <p:cNvSpPr/>
            <p:nvPr/>
          </p:nvSpPr>
          <p:spPr>
            <a:xfrm>
              <a:off x="5567825" y="3185975"/>
              <a:ext cx="199075" cy="199075"/>
            </a:xfrm>
            <a:custGeom>
              <a:avLst/>
              <a:gdLst/>
              <a:ahLst/>
              <a:cxnLst/>
              <a:rect l="l" t="t" r="r" b="b"/>
              <a:pathLst>
                <a:path w="7963" h="7963" extrusionOk="0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/>
          <p:nvPr/>
        </p:nvSpPr>
        <p:spPr>
          <a:xfrm>
            <a:off x="3591500" y="755451"/>
            <a:ext cx="4674514" cy="3639162"/>
          </a:xfrm>
          <a:custGeom>
            <a:avLst/>
            <a:gdLst/>
            <a:ahLst/>
            <a:cxnLst/>
            <a:rect l="l" t="t" r="r" b="b"/>
            <a:pathLst>
              <a:path w="143434" h="111665" extrusionOk="0">
                <a:moveTo>
                  <a:pt x="71751" y="2308"/>
                </a:moveTo>
                <a:lnTo>
                  <a:pt x="71887" y="2376"/>
                </a:lnTo>
                <a:lnTo>
                  <a:pt x="72091" y="2444"/>
                </a:lnTo>
                <a:lnTo>
                  <a:pt x="72159" y="2647"/>
                </a:lnTo>
                <a:lnTo>
                  <a:pt x="72226" y="2783"/>
                </a:lnTo>
                <a:lnTo>
                  <a:pt x="72159" y="2987"/>
                </a:lnTo>
                <a:lnTo>
                  <a:pt x="72091" y="3190"/>
                </a:lnTo>
                <a:lnTo>
                  <a:pt x="71887" y="3258"/>
                </a:lnTo>
                <a:lnTo>
                  <a:pt x="71751" y="3326"/>
                </a:lnTo>
                <a:lnTo>
                  <a:pt x="71548" y="3258"/>
                </a:lnTo>
                <a:lnTo>
                  <a:pt x="71344" y="3190"/>
                </a:lnTo>
                <a:lnTo>
                  <a:pt x="71276" y="2987"/>
                </a:lnTo>
                <a:lnTo>
                  <a:pt x="71208" y="2783"/>
                </a:lnTo>
                <a:lnTo>
                  <a:pt x="71276" y="2647"/>
                </a:lnTo>
                <a:lnTo>
                  <a:pt x="71344" y="2444"/>
                </a:lnTo>
                <a:lnTo>
                  <a:pt x="71548" y="2376"/>
                </a:lnTo>
                <a:lnTo>
                  <a:pt x="71751" y="2308"/>
                </a:lnTo>
                <a:close/>
                <a:moveTo>
                  <a:pt x="137528" y="5906"/>
                </a:moveTo>
                <a:lnTo>
                  <a:pt x="137596" y="5974"/>
                </a:lnTo>
                <a:lnTo>
                  <a:pt x="137596" y="89604"/>
                </a:lnTo>
                <a:lnTo>
                  <a:pt x="5906" y="89604"/>
                </a:lnTo>
                <a:lnTo>
                  <a:pt x="5906" y="5974"/>
                </a:lnTo>
                <a:lnTo>
                  <a:pt x="5906" y="5906"/>
                </a:lnTo>
                <a:close/>
                <a:moveTo>
                  <a:pt x="3530" y="0"/>
                </a:moveTo>
                <a:lnTo>
                  <a:pt x="3191" y="68"/>
                </a:lnTo>
                <a:lnTo>
                  <a:pt x="2444" y="339"/>
                </a:lnTo>
                <a:lnTo>
                  <a:pt x="1766" y="679"/>
                </a:lnTo>
                <a:lnTo>
                  <a:pt x="1155" y="1154"/>
                </a:lnTo>
                <a:lnTo>
                  <a:pt x="679" y="1765"/>
                </a:lnTo>
                <a:lnTo>
                  <a:pt x="272" y="2444"/>
                </a:lnTo>
                <a:lnTo>
                  <a:pt x="69" y="3190"/>
                </a:lnTo>
                <a:lnTo>
                  <a:pt x="1" y="3598"/>
                </a:lnTo>
                <a:lnTo>
                  <a:pt x="1" y="4005"/>
                </a:lnTo>
                <a:lnTo>
                  <a:pt x="1" y="91572"/>
                </a:lnTo>
                <a:lnTo>
                  <a:pt x="1" y="91979"/>
                </a:lnTo>
                <a:lnTo>
                  <a:pt x="69" y="92319"/>
                </a:lnTo>
                <a:lnTo>
                  <a:pt x="272" y="93065"/>
                </a:lnTo>
                <a:lnTo>
                  <a:pt x="679" y="93744"/>
                </a:lnTo>
                <a:lnTo>
                  <a:pt x="1155" y="94355"/>
                </a:lnTo>
                <a:lnTo>
                  <a:pt x="1766" y="94830"/>
                </a:lnTo>
                <a:lnTo>
                  <a:pt x="2444" y="95238"/>
                </a:lnTo>
                <a:lnTo>
                  <a:pt x="3191" y="95441"/>
                </a:lnTo>
                <a:lnTo>
                  <a:pt x="3530" y="95509"/>
                </a:lnTo>
                <a:lnTo>
                  <a:pt x="139904" y="95509"/>
                </a:lnTo>
                <a:lnTo>
                  <a:pt x="140311" y="95441"/>
                </a:lnTo>
                <a:lnTo>
                  <a:pt x="141058" y="95238"/>
                </a:lnTo>
                <a:lnTo>
                  <a:pt x="141737" y="94830"/>
                </a:lnTo>
                <a:lnTo>
                  <a:pt x="142280" y="94355"/>
                </a:lnTo>
                <a:lnTo>
                  <a:pt x="142755" y="93744"/>
                </a:lnTo>
                <a:lnTo>
                  <a:pt x="143162" y="93065"/>
                </a:lnTo>
                <a:lnTo>
                  <a:pt x="143366" y="92319"/>
                </a:lnTo>
                <a:lnTo>
                  <a:pt x="143434" y="91979"/>
                </a:lnTo>
                <a:lnTo>
                  <a:pt x="143434" y="91572"/>
                </a:lnTo>
                <a:lnTo>
                  <a:pt x="143434" y="4005"/>
                </a:lnTo>
                <a:lnTo>
                  <a:pt x="143434" y="3598"/>
                </a:lnTo>
                <a:lnTo>
                  <a:pt x="143366" y="3190"/>
                </a:lnTo>
                <a:lnTo>
                  <a:pt x="143162" y="2444"/>
                </a:lnTo>
                <a:lnTo>
                  <a:pt x="142755" y="1765"/>
                </a:lnTo>
                <a:lnTo>
                  <a:pt x="142280" y="1154"/>
                </a:lnTo>
                <a:lnTo>
                  <a:pt x="141737" y="679"/>
                </a:lnTo>
                <a:lnTo>
                  <a:pt x="141058" y="339"/>
                </a:lnTo>
                <a:lnTo>
                  <a:pt x="140311" y="68"/>
                </a:lnTo>
                <a:lnTo>
                  <a:pt x="139904" y="0"/>
                </a:lnTo>
                <a:close/>
                <a:moveTo>
                  <a:pt x="55324" y="95713"/>
                </a:moveTo>
                <a:lnTo>
                  <a:pt x="55052" y="98971"/>
                </a:lnTo>
                <a:lnTo>
                  <a:pt x="54713" y="102297"/>
                </a:lnTo>
                <a:lnTo>
                  <a:pt x="54374" y="105284"/>
                </a:lnTo>
                <a:lnTo>
                  <a:pt x="53966" y="107388"/>
                </a:lnTo>
                <a:lnTo>
                  <a:pt x="53763" y="108203"/>
                </a:lnTo>
                <a:lnTo>
                  <a:pt x="53627" y="108746"/>
                </a:lnTo>
                <a:lnTo>
                  <a:pt x="53423" y="109153"/>
                </a:lnTo>
                <a:lnTo>
                  <a:pt x="53220" y="109357"/>
                </a:lnTo>
                <a:lnTo>
                  <a:pt x="52677" y="109493"/>
                </a:lnTo>
                <a:lnTo>
                  <a:pt x="51794" y="109696"/>
                </a:lnTo>
                <a:lnTo>
                  <a:pt x="49690" y="110036"/>
                </a:lnTo>
                <a:lnTo>
                  <a:pt x="48061" y="110307"/>
                </a:lnTo>
                <a:lnTo>
                  <a:pt x="47450" y="110443"/>
                </a:lnTo>
                <a:lnTo>
                  <a:pt x="47110" y="110511"/>
                </a:lnTo>
                <a:lnTo>
                  <a:pt x="47042" y="110579"/>
                </a:lnTo>
                <a:lnTo>
                  <a:pt x="47042" y="110783"/>
                </a:lnTo>
                <a:lnTo>
                  <a:pt x="47110" y="110850"/>
                </a:lnTo>
                <a:lnTo>
                  <a:pt x="47585" y="110918"/>
                </a:lnTo>
                <a:lnTo>
                  <a:pt x="48400" y="110986"/>
                </a:lnTo>
                <a:lnTo>
                  <a:pt x="51387" y="111054"/>
                </a:lnTo>
                <a:lnTo>
                  <a:pt x="56071" y="111122"/>
                </a:lnTo>
                <a:lnTo>
                  <a:pt x="87092" y="111122"/>
                </a:lnTo>
                <a:lnTo>
                  <a:pt x="91708" y="111054"/>
                </a:lnTo>
                <a:lnTo>
                  <a:pt x="94695" y="110986"/>
                </a:lnTo>
                <a:lnTo>
                  <a:pt x="95578" y="110918"/>
                </a:lnTo>
                <a:lnTo>
                  <a:pt x="96053" y="110850"/>
                </a:lnTo>
                <a:lnTo>
                  <a:pt x="96121" y="110783"/>
                </a:lnTo>
                <a:lnTo>
                  <a:pt x="96121" y="110579"/>
                </a:lnTo>
                <a:lnTo>
                  <a:pt x="96053" y="110511"/>
                </a:lnTo>
                <a:lnTo>
                  <a:pt x="95713" y="110443"/>
                </a:lnTo>
                <a:lnTo>
                  <a:pt x="95102" y="110307"/>
                </a:lnTo>
                <a:lnTo>
                  <a:pt x="93473" y="110036"/>
                </a:lnTo>
                <a:lnTo>
                  <a:pt x="91369" y="109696"/>
                </a:lnTo>
                <a:lnTo>
                  <a:pt x="90487" y="109493"/>
                </a:lnTo>
                <a:lnTo>
                  <a:pt x="89943" y="109357"/>
                </a:lnTo>
                <a:lnTo>
                  <a:pt x="89740" y="109153"/>
                </a:lnTo>
                <a:lnTo>
                  <a:pt x="89536" y="108746"/>
                </a:lnTo>
                <a:lnTo>
                  <a:pt x="89333" y="108203"/>
                </a:lnTo>
                <a:lnTo>
                  <a:pt x="89197" y="107388"/>
                </a:lnTo>
                <a:lnTo>
                  <a:pt x="88789" y="105284"/>
                </a:lnTo>
                <a:lnTo>
                  <a:pt x="88382" y="102297"/>
                </a:lnTo>
                <a:lnTo>
                  <a:pt x="88043" y="98971"/>
                </a:lnTo>
                <a:lnTo>
                  <a:pt x="87839" y="95713"/>
                </a:lnTo>
                <a:close/>
                <a:moveTo>
                  <a:pt x="47450" y="111054"/>
                </a:moveTo>
                <a:lnTo>
                  <a:pt x="47450" y="111122"/>
                </a:lnTo>
                <a:lnTo>
                  <a:pt x="47450" y="111393"/>
                </a:lnTo>
                <a:lnTo>
                  <a:pt x="47518" y="111461"/>
                </a:lnTo>
                <a:lnTo>
                  <a:pt x="48807" y="111529"/>
                </a:lnTo>
                <a:lnTo>
                  <a:pt x="52473" y="111597"/>
                </a:lnTo>
                <a:lnTo>
                  <a:pt x="62384" y="111665"/>
                </a:lnTo>
                <a:lnTo>
                  <a:pt x="80779" y="111665"/>
                </a:lnTo>
                <a:lnTo>
                  <a:pt x="90622" y="111597"/>
                </a:lnTo>
                <a:lnTo>
                  <a:pt x="94356" y="111529"/>
                </a:lnTo>
                <a:lnTo>
                  <a:pt x="95646" y="111461"/>
                </a:lnTo>
                <a:lnTo>
                  <a:pt x="95713" y="111393"/>
                </a:lnTo>
                <a:lnTo>
                  <a:pt x="95713" y="111122"/>
                </a:lnTo>
                <a:lnTo>
                  <a:pt x="95646" y="111054"/>
                </a:lnTo>
                <a:lnTo>
                  <a:pt x="94084" y="111122"/>
                </a:lnTo>
                <a:lnTo>
                  <a:pt x="91233" y="111190"/>
                </a:lnTo>
                <a:lnTo>
                  <a:pt x="80847" y="111258"/>
                </a:lnTo>
                <a:lnTo>
                  <a:pt x="62316" y="111258"/>
                </a:lnTo>
                <a:lnTo>
                  <a:pt x="51930" y="111190"/>
                </a:lnTo>
                <a:lnTo>
                  <a:pt x="49079" y="111122"/>
                </a:lnTo>
                <a:lnTo>
                  <a:pt x="47518" y="111054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30"/>
          <p:cNvSpPr/>
          <p:nvPr/>
        </p:nvSpPr>
        <p:spPr>
          <a:xfrm>
            <a:off x="3787106" y="948699"/>
            <a:ext cx="4283100" cy="27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999999"/>
                </a:solidFill>
                <a:latin typeface="Raleway Light"/>
                <a:ea typeface="Raleway Light"/>
                <a:cs typeface="Raleway Light"/>
                <a:sym typeface="Raleway Light"/>
              </a:rPr>
              <a:t>Usa tu screenshot acá</a:t>
            </a:r>
            <a:endParaRPr sz="1000" dirty="0">
              <a:solidFill>
                <a:srgbClr val="999999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165" name="Google Shape;165;p30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166" name="Google Shape;166;p30"/>
          <p:cNvSpPr txBox="1">
            <a:spLocks noGrp="1"/>
          </p:cNvSpPr>
          <p:nvPr>
            <p:ph type="body" idx="4294967295"/>
          </p:nvPr>
        </p:nvSpPr>
        <p:spPr>
          <a:xfrm>
            <a:off x="819775" y="384350"/>
            <a:ext cx="2266200" cy="43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ABC9C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Proyecto</a:t>
            </a:r>
            <a:r>
              <a:rPr lang="en" sz="3600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 </a:t>
            </a:r>
            <a:r>
              <a:rPr lang="en" sz="3600">
                <a:latin typeface="Raleway ExtraBold"/>
                <a:ea typeface="Raleway ExtraBold"/>
                <a:cs typeface="Raleway ExtraBold"/>
                <a:sym typeface="Raleway ExtraBold"/>
              </a:rPr>
              <a:t>Desktop</a:t>
            </a:r>
            <a:endParaRPr sz="3600"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</a:rPr>
              <a:t>Muestra y explica tu proyecto web, app o software usando estos templates.</a:t>
            </a:r>
            <a:endParaRPr sz="1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53CD2A-03DA-33F7-CE0C-C451AFFBB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7106" y="948699"/>
            <a:ext cx="4283100" cy="2735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>
            <a:spLocks noGrp="1"/>
          </p:cNvSpPr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Análisis de la</a:t>
            </a:r>
            <a:r>
              <a:rPr lang="en" sz="3600">
                <a:solidFill>
                  <a:srgbClr val="1ABC9C"/>
                </a:solidFill>
              </a:rPr>
              <a:t> Competencia</a:t>
            </a:r>
            <a:endParaRPr sz="3600"/>
          </a:p>
        </p:txBody>
      </p:sp>
      <p:graphicFrame>
        <p:nvGraphicFramePr>
          <p:cNvPr id="172" name="Google Shape;172;p31"/>
          <p:cNvGraphicFramePr/>
          <p:nvPr>
            <p:extLst>
              <p:ext uri="{D42A27DB-BD31-4B8C-83A1-F6EECF244321}">
                <p14:modId xmlns:p14="http://schemas.microsoft.com/office/powerpoint/2010/main" val="1220963759"/>
              </p:ext>
            </p:extLst>
          </p:nvPr>
        </p:nvGraphicFramePr>
        <p:xfrm>
          <a:off x="922000" y="1901581"/>
          <a:ext cx="7276100" cy="2379410"/>
        </p:xfrm>
        <a:graphic>
          <a:graphicData uri="http://schemas.openxmlformats.org/drawingml/2006/table">
            <a:tbl>
              <a:tblPr>
                <a:noFill/>
                <a:tableStyleId>{6CE554C2-B516-42FD-BE79-E6D6CB751638}</a:tableStyleId>
              </a:tblPr>
              <a:tblGrid>
                <a:gridCol w="1819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9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9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5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434343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BC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“Cine”</a:t>
                      </a:r>
                      <a:endParaRPr b="1" dirty="0">
                        <a:solidFill>
                          <a:srgbClr val="FFFFFF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BC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HN" dirty="0">
                          <a:solidFill>
                            <a:srgbClr val="434343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IMBD</a:t>
                      </a:r>
                      <a:endParaRPr dirty="0">
                        <a:solidFill>
                          <a:srgbClr val="434343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BC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434343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SENSACINE</a:t>
                      </a:r>
                      <a:endParaRPr dirty="0">
                        <a:solidFill>
                          <a:srgbClr val="434343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BC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3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HN" dirty="0">
                          <a:solidFill>
                            <a:srgbClr val="434343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Reseña de Películas</a:t>
                      </a:r>
                      <a:endParaRPr dirty="0">
                        <a:solidFill>
                          <a:srgbClr val="434343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1ABC9C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✓</a:t>
                      </a:r>
                      <a:endParaRPr sz="1800" dirty="0">
                        <a:solidFill>
                          <a:srgbClr val="1ABC9C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1ABC9C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✓</a:t>
                      </a:r>
                      <a:endParaRPr sz="1800" dirty="0">
                        <a:solidFill>
                          <a:srgbClr val="434343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1ABC9C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✓</a:t>
                      </a:r>
                      <a:endParaRPr sz="1800" dirty="0">
                        <a:solidFill>
                          <a:srgbClr val="434343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3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434343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Cines por ubicación Geográfica</a:t>
                      </a:r>
                      <a:endParaRPr dirty="0">
                        <a:solidFill>
                          <a:srgbClr val="434343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1ABC9C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✓</a:t>
                      </a:r>
                      <a:endParaRPr sz="1800" dirty="0">
                        <a:solidFill>
                          <a:srgbClr val="1ABC9C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434343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X</a:t>
                      </a:r>
                      <a:endParaRPr sz="1800" dirty="0">
                        <a:solidFill>
                          <a:srgbClr val="434343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 dirty="0">
                          <a:solidFill>
                            <a:srgbClr val="1ABC9C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✓</a:t>
                      </a:r>
                      <a:endParaRPr lang="en" sz="1800" dirty="0">
                        <a:solidFill>
                          <a:srgbClr val="434343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3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434343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Lista de Recomendaciones</a:t>
                      </a:r>
                      <a:endParaRPr dirty="0">
                        <a:solidFill>
                          <a:srgbClr val="434343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ABC9C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✓</a:t>
                      </a:r>
                      <a:endParaRPr sz="1800">
                        <a:solidFill>
                          <a:srgbClr val="1ABC9C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 dirty="0">
                          <a:solidFill>
                            <a:srgbClr val="1ABC9C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✓</a:t>
                      </a:r>
                      <a:endParaRPr lang="en" sz="1800" dirty="0">
                        <a:solidFill>
                          <a:srgbClr val="434343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434343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X</a:t>
                      </a:r>
                      <a:endParaRPr sz="1800" dirty="0">
                        <a:solidFill>
                          <a:srgbClr val="434343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3" name="Google Shape;173;p31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grpSp>
        <p:nvGrpSpPr>
          <p:cNvPr id="174" name="Google Shape;174;p31"/>
          <p:cNvGrpSpPr/>
          <p:nvPr/>
        </p:nvGrpSpPr>
        <p:grpSpPr>
          <a:xfrm>
            <a:off x="8089119" y="319162"/>
            <a:ext cx="728350" cy="743348"/>
            <a:chOff x="3955900" y="2984500"/>
            <a:chExt cx="414000" cy="422525"/>
          </a:xfrm>
        </p:grpSpPr>
        <p:sp>
          <p:nvSpPr>
            <p:cNvPr id="175" name="Google Shape;175;p31"/>
            <p:cNvSpPr/>
            <p:nvPr/>
          </p:nvSpPr>
          <p:spPr>
            <a:xfrm>
              <a:off x="3955900" y="2984500"/>
              <a:ext cx="315700" cy="315675"/>
            </a:xfrm>
            <a:custGeom>
              <a:avLst/>
              <a:gdLst/>
              <a:ahLst/>
              <a:cxnLst/>
              <a:rect l="l" t="t" r="r" b="b"/>
              <a:pathLst>
                <a:path w="12628" h="12627" extrusionOk="0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solidFill>
              <a:srgbClr val="1A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1"/>
            <p:cNvSpPr/>
            <p:nvPr/>
          </p:nvSpPr>
          <p:spPr>
            <a:xfrm>
              <a:off x="3992525" y="3021125"/>
              <a:ext cx="242425" cy="242425"/>
            </a:xfrm>
            <a:custGeom>
              <a:avLst/>
              <a:gdLst/>
              <a:ahLst/>
              <a:cxnLst/>
              <a:rect l="l" t="t" r="r" b="b"/>
              <a:pathLst>
                <a:path w="9697" h="9697" extrusionOk="0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solidFill>
              <a:srgbClr val="1A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1"/>
            <p:cNvSpPr/>
            <p:nvPr/>
          </p:nvSpPr>
          <p:spPr>
            <a:xfrm>
              <a:off x="4215400" y="3253150"/>
              <a:ext cx="154500" cy="153875"/>
            </a:xfrm>
            <a:custGeom>
              <a:avLst/>
              <a:gdLst/>
              <a:ahLst/>
              <a:cxnLst/>
              <a:rect l="l" t="t" r="r" b="b"/>
              <a:pathLst>
                <a:path w="6180" h="6155" extrusionOk="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rgbClr val="1A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>
            <a:spLocks noGrp="1"/>
          </p:cNvSpPr>
          <p:nvPr>
            <p:ph type="title"/>
          </p:nvPr>
        </p:nvSpPr>
        <p:spPr>
          <a:xfrm>
            <a:off x="922000" y="1496513"/>
            <a:ext cx="2935500" cy="188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¿Cómo haces </a:t>
            </a:r>
            <a:r>
              <a:rPr lang="en" sz="4800">
                <a:solidFill>
                  <a:srgbClr val="1ABC9C"/>
                </a:solidFill>
              </a:rPr>
              <a:t>Dinero</a:t>
            </a:r>
            <a:r>
              <a:rPr lang="en" sz="4800"/>
              <a:t>?</a:t>
            </a:r>
            <a:endParaRPr sz="4800"/>
          </a:p>
        </p:txBody>
      </p:sp>
      <p:sp>
        <p:nvSpPr>
          <p:cNvPr id="183" name="Google Shape;183;p32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grpSp>
        <p:nvGrpSpPr>
          <p:cNvPr id="184" name="Google Shape;184;p32"/>
          <p:cNvGrpSpPr/>
          <p:nvPr/>
        </p:nvGrpSpPr>
        <p:grpSpPr>
          <a:xfrm>
            <a:off x="4343905" y="1162348"/>
            <a:ext cx="2552937" cy="2552937"/>
            <a:chOff x="4447194" y="1815766"/>
            <a:chExt cx="2440200" cy="2440200"/>
          </a:xfrm>
        </p:grpSpPr>
        <p:sp>
          <p:nvSpPr>
            <p:cNvPr id="185" name="Google Shape;185;p32"/>
            <p:cNvSpPr/>
            <p:nvPr/>
          </p:nvSpPr>
          <p:spPr>
            <a:xfrm>
              <a:off x="4447194" y="1815766"/>
              <a:ext cx="2440200" cy="2440200"/>
            </a:xfrm>
            <a:prstGeom prst="ellipse">
              <a:avLst/>
            </a:prstGeom>
            <a:solidFill>
              <a:srgbClr val="1ABC9C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00695C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</p:txBody>
        </p:sp>
        <p:sp>
          <p:nvSpPr>
            <p:cNvPr id="186" name="Google Shape;186;p32"/>
            <p:cNvSpPr txBox="1"/>
            <p:nvPr/>
          </p:nvSpPr>
          <p:spPr>
            <a:xfrm>
              <a:off x="4735950" y="2504275"/>
              <a:ext cx="1862700" cy="1163400"/>
            </a:xfrm>
            <a:prstGeom prst="rect">
              <a:avLst/>
            </a:prstGeom>
            <a:solidFill>
              <a:srgbClr val="1A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Modelo de Negocios</a:t>
              </a:r>
              <a:endParaRPr sz="2400" b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87" name="Google Shape;187;p32"/>
          <p:cNvGrpSpPr/>
          <p:nvPr/>
        </p:nvGrpSpPr>
        <p:grpSpPr>
          <a:xfrm>
            <a:off x="5994699" y="3336682"/>
            <a:ext cx="1298467" cy="1253618"/>
            <a:chOff x="644203" y="3718814"/>
            <a:chExt cx="1498800" cy="1498800"/>
          </a:xfrm>
        </p:grpSpPr>
        <p:sp>
          <p:nvSpPr>
            <p:cNvPr id="188" name="Google Shape;188;p32"/>
            <p:cNvSpPr/>
            <p:nvPr/>
          </p:nvSpPr>
          <p:spPr>
            <a:xfrm>
              <a:off x="644203" y="3718814"/>
              <a:ext cx="1498800" cy="1498800"/>
            </a:xfrm>
            <a:prstGeom prst="ellipse">
              <a:avLst/>
            </a:prstGeom>
            <a:solidFill>
              <a:srgbClr val="00695C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00695C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</p:txBody>
        </p:sp>
        <p:sp>
          <p:nvSpPr>
            <p:cNvPr id="189" name="Google Shape;189;p32"/>
            <p:cNvSpPr txBox="1"/>
            <p:nvPr/>
          </p:nvSpPr>
          <p:spPr>
            <a:xfrm>
              <a:off x="787076" y="4015033"/>
              <a:ext cx="1201364" cy="925528"/>
            </a:xfrm>
            <a:prstGeom prst="rect">
              <a:avLst/>
            </a:prstGeom>
            <a:solidFill>
              <a:srgbClr val="00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 dirty="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Publicidad</a:t>
              </a:r>
              <a:endParaRPr sz="1200" b="1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sp>
        <p:nvSpPr>
          <p:cNvPr id="190" name="Google Shape;190;p32"/>
          <p:cNvSpPr/>
          <p:nvPr/>
        </p:nvSpPr>
        <p:spPr>
          <a:xfrm>
            <a:off x="8076353" y="353276"/>
            <a:ext cx="806102" cy="633812"/>
          </a:xfrm>
          <a:custGeom>
            <a:avLst/>
            <a:gdLst/>
            <a:ahLst/>
            <a:cxnLst/>
            <a:rect l="l" t="t" r="r" b="b"/>
            <a:pathLst>
              <a:path w="18513" h="14557" extrusionOk="0">
                <a:moveTo>
                  <a:pt x="9159" y="2125"/>
                </a:moveTo>
                <a:lnTo>
                  <a:pt x="9403" y="2150"/>
                </a:lnTo>
                <a:lnTo>
                  <a:pt x="9672" y="2198"/>
                </a:lnTo>
                <a:lnTo>
                  <a:pt x="9916" y="2272"/>
                </a:lnTo>
                <a:lnTo>
                  <a:pt x="10160" y="2345"/>
                </a:lnTo>
                <a:lnTo>
                  <a:pt x="10404" y="2443"/>
                </a:lnTo>
                <a:lnTo>
                  <a:pt x="10624" y="2565"/>
                </a:lnTo>
                <a:lnTo>
                  <a:pt x="10820" y="2687"/>
                </a:lnTo>
                <a:lnTo>
                  <a:pt x="10893" y="2760"/>
                </a:lnTo>
                <a:lnTo>
                  <a:pt x="10942" y="2858"/>
                </a:lnTo>
                <a:lnTo>
                  <a:pt x="10942" y="2956"/>
                </a:lnTo>
                <a:lnTo>
                  <a:pt x="10917" y="3078"/>
                </a:lnTo>
                <a:lnTo>
                  <a:pt x="10844" y="3151"/>
                </a:lnTo>
                <a:lnTo>
                  <a:pt x="10771" y="3200"/>
                </a:lnTo>
                <a:lnTo>
                  <a:pt x="10698" y="3224"/>
                </a:lnTo>
                <a:lnTo>
                  <a:pt x="10600" y="3175"/>
                </a:lnTo>
                <a:lnTo>
                  <a:pt x="10404" y="3053"/>
                </a:lnTo>
                <a:lnTo>
                  <a:pt x="10209" y="2956"/>
                </a:lnTo>
                <a:lnTo>
                  <a:pt x="10014" y="2882"/>
                </a:lnTo>
                <a:lnTo>
                  <a:pt x="9794" y="2809"/>
                </a:lnTo>
                <a:lnTo>
                  <a:pt x="9574" y="2760"/>
                </a:lnTo>
                <a:lnTo>
                  <a:pt x="9354" y="2711"/>
                </a:lnTo>
                <a:lnTo>
                  <a:pt x="9110" y="2687"/>
                </a:lnTo>
                <a:lnTo>
                  <a:pt x="8646" y="2687"/>
                </a:lnTo>
                <a:lnTo>
                  <a:pt x="8426" y="2711"/>
                </a:lnTo>
                <a:lnTo>
                  <a:pt x="8206" y="2760"/>
                </a:lnTo>
                <a:lnTo>
                  <a:pt x="7987" y="2809"/>
                </a:lnTo>
                <a:lnTo>
                  <a:pt x="7767" y="2882"/>
                </a:lnTo>
                <a:lnTo>
                  <a:pt x="7547" y="2956"/>
                </a:lnTo>
                <a:lnTo>
                  <a:pt x="7352" y="3053"/>
                </a:lnTo>
                <a:lnTo>
                  <a:pt x="7181" y="3175"/>
                </a:lnTo>
                <a:lnTo>
                  <a:pt x="7107" y="3200"/>
                </a:lnTo>
                <a:lnTo>
                  <a:pt x="7059" y="3224"/>
                </a:lnTo>
                <a:lnTo>
                  <a:pt x="7010" y="3200"/>
                </a:lnTo>
                <a:lnTo>
                  <a:pt x="6936" y="3175"/>
                </a:lnTo>
                <a:lnTo>
                  <a:pt x="6888" y="3127"/>
                </a:lnTo>
                <a:lnTo>
                  <a:pt x="6863" y="3078"/>
                </a:lnTo>
                <a:lnTo>
                  <a:pt x="6839" y="2956"/>
                </a:lnTo>
                <a:lnTo>
                  <a:pt x="6839" y="2858"/>
                </a:lnTo>
                <a:lnTo>
                  <a:pt x="6888" y="2760"/>
                </a:lnTo>
                <a:lnTo>
                  <a:pt x="6936" y="2687"/>
                </a:lnTo>
                <a:lnTo>
                  <a:pt x="7156" y="2565"/>
                </a:lnTo>
                <a:lnTo>
                  <a:pt x="7376" y="2443"/>
                </a:lnTo>
                <a:lnTo>
                  <a:pt x="7620" y="2345"/>
                </a:lnTo>
                <a:lnTo>
                  <a:pt x="7864" y="2272"/>
                </a:lnTo>
                <a:lnTo>
                  <a:pt x="8109" y="2198"/>
                </a:lnTo>
                <a:lnTo>
                  <a:pt x="8377" y="2150"/>
                </a:lnTo>
                <a:lnTo>
                  <a:pt x="8622" y="2125"/>
                </a:lnTo>
                <a:close/>
                <a:moveTo>
                  <a:pt x="3761" y="5373"/>
                </a:moveTo>
                <a:lnTo>
                  <a:pt x="3884" y="5398"/>
                </a:lnTo>
                <a:lnTo>
                  <a:pt x="4030" y="5447"/>
                </a:lnTo>
                <a:lnTo>
                  <a:pt x="4128" y="5496"/>
                </a:lnTo>
                <a:lnTo>
                  <a:pt x="4250" y="5569"/>
                </a:lnTo>
                <a:lnTo>
                  <a:pt x="4323" y="5691"/>
                </a:lnTo>
                <a:lnTo>
                  <a:pt x="4372" y="5789"/>
                </a:lnTo>
                <a:lnTo>
                  <a:pt x="4421" y="5911"/>
                </a:lnTo>
                <a:lnTo>
                  <a:pt x="4445" y="6057"/>
                </a:lnTo>
                <a:lnTo>
                  <a:pt x="4421" y="6204"/>
                </a:lnTo>
                <a:lnTo>
                  <a:pt x="4372" y="6326"/>
                </a:lnTo>
                <a:lnTo>
                  <a:pt x="4323" y="6448"/>
                </a:lnTo>
                <a:lnTo>
                  <a:pt x="4250" y="6546"/>
                </a:lnTo>
                <a:lnTo>
                  <a:pt x="4128" y="6619"/>
                </a:lnTo>
                <a:lnTo>
                  <a:pt x="4030" y="6692"/>
                </a:lnTo>
                <a:lnTo>
                  <a:pt x="3884" y="6717"/>
                </a:lnTo>
                <a:lnTo>
                  <a:pt x="3761" y="6741"/>
                </a:lnTo>
                <a:lnTo>
                  <a:pt x="3615" y="6717"/>
                </a:lnTo>
                <a:lnTo>
                  <a:pt x="3493" y="6692"/>
                </a:lnTo>
                <a:lnTo>
                  <a:pt x="3371" y="6619"/>
                </a:lnTo>
                <a:lnTo>
                  <a:pt x="3273" y="6546"/>
                </a:lnTo>
                <a:lnTo>
                  <a:pt x="3200" y="6448"/>
                </a:lnTo>
                <a:lnTo>
                  <a:pt x="3126" y="6326"/>
                </a:lnTo>
                <a:lnTo>
                  <a:pt x="3102" y="6204"/>
                </a:lnTo>
                <a:lnTo>
                  <a:pt x="3078" y="6057"/>
                </a:lnTo>
                <a:lnTo>
                  <a:pt x="3102" y="5911"/>
                </a:lnTo>
                <a:lnTo>
                  <a:pt x="3126" y="5789"/>
                </a:lnTo>
                <a:lnTo>
                  <a:pt x="3200" y="5691"/>
                </a:lnTo>
                <a:lnTo>
                  <a:pt x="3273" y="5569"/>
                </a:lnTo>
                <a:lnTo>
                  <a:pt x="3371" y="5496"/>
                </a:lnTo>
                <a:lnTo>
                  <a:pt x="3493" y="5447"/>
                </a:lnTo>
                <a:lnTo>
                  <a:pt x="3615" y="5398"/>
                </a:lnTo>
                <a:lnTo>
                  <a:pt x="3761" y="5373"/>
                </a:lnTo>
                <a:close/>
                <a:moveTo>
                  <a:pt x="17609" y="6741"/>
                </a:moveTo>
                <a:lnTo>
                  <a:pt x="17609" y="6790"/>
                </a:lnTo>
                <a:lnTo>
                  <a:pt x="17585" y="6888"/>
                </a:lnTo>
                <a:lnTo>
                  <a:pt x="17560" y="6937"/>
                </a:lnTo>
                <a:lnTo>
                  <a:pt x="17512" y="7010"/>
                </a:lnTo>
                <a:lnTo>
                  <a:pt x="17365" y="7132"/>
                </a:lnTo>
                <a:lnTo>
                  <a:pt x="17365" y="7132"/>
                </a:lnTo>
                <a:lnTo>
                  <a:pt x="17389" y="7010"/>
                </a:lnTo>
                <a:lnTo>
                  <a:pt x="17414" y="6863"/>
                </a:lnTo>
                <a:lnTo>
                  <a:pt x="17463" y="6790"/>
                </a:lnTo>
                <a:lnTo>
                  <a:pt x="17512" y="6766"/>
                </a:lnTo>
                <a:lnTo>
                  <a:pt x="17560" y="6741"/>
                </a:lnTo>
                <a:close/>
                <a:moveTo>
                  <a:pt x="4836" y="0"/>
                </a:moveTo>
                <a:lnTo>
                  <a:pt x="4738" y="196"/>
                </a:lnTo>
                <a:lnTo>
                  <a:pt x="4641" y="391"/>
                </a:lnTo>
                <a:lnTo>
                  <a:pt x="4543" y="684"/>
                </a:lnTo>
                <a:lnTo>
                  <a:pt x="4445" y="1002"/>
                </a:lnTo>
                <a:lnTo>
                  <a:pt x="4396" y="1393"/>
                </a:lnTo>
                <a:lnTo>
                  <a:pt x="4372" y="1783"/>
                </a:lnTo>
                <a:lnTo>
                  <a:pt x="4372" y="2003"/>
                </a:lnTo>
                <a:lnTo>
                  <a:pt x="4421" y="2223"/>
                </a:lnTo>
                <a:lnTo>
                  <a:pt x="4079" y="2443"/>
                </a:lnTo>
                <a:lnTo>
                  <a:pt x="3688" y="2736"/>
                </a:lnTo>
                <a:lnTo>
                  <a:pt x="3273" y="3151"/>
                </a:lnTo>
                <a:lnTo>
                  <a:pt x="2833" y="3615"/>
                </a:lnTo>
                <a:lnTo>
                  <a:pt x="2418" y="4128"/>
                </a:lnTo>
                <a:lnTo>
                  <a:pt x="2027" y="4665"/>
                </a:lnTo>
                <a:lnTo>
                  <a:pt x="1856" y="4958"/>
                </a:lnTo>
                <a:lnTo>
                  <a:pt x="1710" y="5251"/>
                </a:lnTo>
                <a:lnTo>
                  <a:pt x="1563" y="5544"/>
                </a:lnTo>
                <a:lnTo>
                  <a:pt x="1466" y="5813"/>
                </a:lnTo>
                <a:lnTo>
                  <a:pt x="562" y="5813"/>
                </a:lnTo>
                <a:lnTo>
                  <a:pt x="464" y="5838"/>
                </a:lnTo>
                <a:lnTo>
                  <a:pt x="342" y="5862"/>
                </a:lnTo>
                <a:lnTo>
                  <a:pt x="244" y="5911"/>
                </a:lnTo>
                <a:lnTo>
                  <a:pt x="171" y="5984"/>
                </a:lnTo>
                <a:lnTo>
                  <a:pt x="98" y="6057"/>
                </a:lnTo>
                <a:lnTo>
                  <a:pt x="49" y="6155"/>
                </a:lnTo>
                <a:lnTo>
                  <a:pt x="25" y="6277"/>
                </a:lnTo>
                <a:lnTo>
                  <a:pt x="0" y="6375"/>
                </a:lnTo>
                <a:lnTo>
                  <a:pt x="0" y="8622"/>
                </a:lnTo>
                <a:lnTo>
                  <a:pt x="25" y="8744"/>
                </a:lnTo>
                <a:lnTo>
                  <a:pt x="49" y="8842"/>
                </a:lnTo>
                <a:lnTo>
                  <a:pt x="98" y="8939"/>
                </a:lnTo>
                <a:lnTo>
                  <a:pt x="171" y="9013"/>
                </a:lnTo>
                <a:lnTo>
                  <a:pt x="244" y="9086"/>
                </a:lnTo>
                <a:lnTo>
                  <a:pt x="342" y="9135"/>
                </a:lnTo>
                <a:lnTo>
                  <a:pt x="464" y="9183"/>
                </a:lnTo>
                <a:lnTo>
                  <a:pt x="1514" y="9183"/>
                </a:lnTo>
                <a:lnTo>
                  <a:pt x="1588" y="9379"/>
                </a:lnTo>
                <a:lnTo>
                  <a:pt x="1685" y="9599"/>
                </a:lnTo>
                <a:lnTo>
                  <a:pt x="1930" y="10014"/>
                </a:lnTo>
                <a:lnTo>
                  <a:pt x="2223" y="10405"/>
                </a:lnTo>
                <a:lnTo>
                  <a:pt x="2589" y="10795"/>
                </a:lnTo>
                <a:lnTo>
                  <a:pt x="2980" y="11162"/>
                </a:lnTo>
                <a:lnTo>
                  <a:pt x="3419" y="11504"/>
                </a:lnTo>
                <a:lnTo>
                  <a:pt x="3908" y="11821"/>
                </a:lnTo>
                <a:lnTo>
                  <a:pt x="4421" y="12065"/>
                </a:lnTo>
                <a:lnTo>
                  <a:pt x="4421" y="14557"/>
                </a:lnTo>
                <a:lnTo>
                  <a:pt x="5105" y="14557"/>
                </a:lnTo>
                <a:lnTo>
                  <a:pt x="6326" y="12896"/>
                </a:lnTo>
                <a:lnTo>
                  <a:pt x="6936" y="13067"/>
                </a:lnTo>
                <a:lnTo>
                  <a:pt x="7571" y="13164"/>
                </a:lnTo>
                <a:lnTo>
                  <a:pt x="8231" y="13238"/>
                </a:lnTo>
                <a:lnTo>
                  <a:pt x="8890" y="13262"/>
                </a:lnTo>
                <a:lnTo>
                  <a:pt x="9550" y="13238"/>
                </a:lnTo>
                <a:lnTo>
                  <a:pt x="10209" y="13164"/>
                </a:lnTo>
                <a:lnTo>
                  <a:pt x="10844" y="13067"/>
                </a:lnTo>
                <a:lnTo>
                  <a:pt x="11455" y="12896"/>
                </a:lnTo>
                <a:lnTo>
                  <a:pt x="12627" y="14557"/>
                </a:lnTo>
                <a:lnTo>
                  <a:pt x="13384" y="14557"/>
                </a:lnTo>
                <a:lnTo>
                  <a:pt x="13384" y="12065"/>
                </a:lnTo>
                <a:lnTo>
                  <a:pt x="13726" y="11919"/>
                </a:lnTo>
                <a:lnTo>
                  <a:pt x="14044" y="11748"/>
                </a:lnTo>
                <a:lnTo>
                  <a:pt x="14337" y="11577"/>
                </a:lnTo>
                <a:lnTo>
                  <a:pt x="14630" y="11382"/>
                </a:lnTo>
                <a:lnTo>
                  <a:pt x="14898" y="11162"/>
                </a:lnTo>
                <a:lnTo>
                  <a:pt x="15143" y="10942"/>
                </a:lnTo>
                <a:lnTo>
                  <a:pt x="15387" y="10698"/>
                </a:lnTo>
                <a:lnTo>
                  <a:pt x="15607" y="10429"/>
                </a:lnTo>
                <a:lnTo>
                  <a:pt x="15778" y="10160"/>
                </a:lnTo>
                <a:lnTo>
                  <a:pt x="15949" y="9892"/>
                </a:lnTo>
                <a:lnTo>
                  <a:pt x="16119" y="9599"/>
                </a:lnTo>
                <a:lnTo>
                  <a:pt x="16242" y="9281"/>
                </a:lnTo>
                <a:lnTo>
                  <a:pt x="16364" y="8964"/>
                </a:lnTo>
                <a:lnTo>
                  <a:pt x="16437" y="8622"/>
                </a:lnTo>
                <a:lnTo>
                  <a:pt x="16510" y="8280"/>
                </a:lnTo>
                <a:lnTo>
                  <a:pt x="16559" y="7938"/>
                </a:lnTo>
                <a:lnTo>
                  <a:pt x="16974" y="7938"/>
                </a:lnTo>
                <a:lnTo>
                  <a:pt x="17096" y="7913"/>
                </a:lnTo>
                <a:lnTo>
                  <a:pt x="17316" y="8109"/>
                </a:lnTo>
                <a:lnTo>
                  <a:pt x="17536" y="8231"/>
                </a:lnTo>
                <a:lnTo>
                  <a:pt x="17780" y="8329"/>
                </a:lnTo>
                <a:lnTo>
                  <a:pt x="18024" y="8353"/>
                </a:lnTo>
                <a:lnTo>
                  <a:pt x="18171" y="8353"/>
                </a:lnTo>
                <a:lnTo>
                  <a:pt x="18318" y="8304"/>
                </a:lnTo>
                <a:lnTo>
                  <a:pt x="18415" y="8255"/>
                </a:lnTo>
                <a:lnTo>
                  <a:pt x="18464" y="8158"/>
                </a:lnTo>
                <a:lnTo>
                  <a:pt x="18513" y="8060"/>
                </a:lnTo>
                <a:lnTo>
                  <a:pt x="18488" y="7962"/>
                </a:lnTo>
                <a:lnTo>
                  <a:pt x="18440" y="7865"/>
                </a:lnTo>
                <a:lnTo>
                  <a:pt x="18342" y="7791"/>
                </a:lnTo>
                <a:lnTo>
                  <a:pt x="18244" y="7767"/>
                </a:lnTo>
                <a:lnTo>
                  <a:pt x="18147" y="7767"/>
                </a:lnTo>
                <a:lnTo>
                  <a:pt x="18024" y="7791"/>
                </a:lnTo>
                <a:lnTo>
                  <a:pt x="17902" y="7767"/>
                </a:lnTo>
                <a:lnTo>
                  <a:pt x="17756" y="7718"/>
                </a:lnTo>
                <a:lnTo>
                  <a:pt x="17634" y="7645"/>
                </a:lnTo>
                <a:lnTo>
                  <a:pt x="17780" y="7523"/>
                </a:lnTo>
                <a:lnTo>
                  <a:pt x="17927" y="7376"/>
                </a:lnTo>
                <a:lnTo>
                  <a:pt x="18049" y="7230"/>
                </a:lnTo>
                <a:lnTo>
                  <a:pt x="18122" y="7059"/>
                </a:lnTo>
                <a:lnTo>
                  <a:pt x="18171" y="6888"/>
                </a:lnTo>
                <a:lnTo>
                  <a:pt x="18171" y="6717"/>
                </a:lnTo>
                <a:lnTo>
                  <a:pt x="18147" y="6546"/>
                </a:lnTo>
                <a:lnTo>
                  <a:pt x="18073" y="6424"/>
                </a:lnTo>
                <a:lnTo>
                  <a:pt x="18000" y="6326"/>
                </a:lnTo>
                <a:lnTo>
                  <a:pt x="17902" y="6253"/>
                </a:lnTo>
                <a:lnTo>
                  <a:pt x="17805" y="6204"/>
                </a:lnTo>
                <a:lnTo>
                  <a:pt x="17683" y="6179"/>
                </a:lnTo>
                <a:lnTo>
                  <a:pt x="17560" y="6179"/>
                </a:lnTo>
                <a:lnTo>
                  <a:pt x="17438" y="6204"/>
                </a:lnTo>
                <a:lnTo>
                  <a:pt x="17341" y="6228"/>
                </a:lnTo>
                <a:lnTo>
                  <a:pt x="17243" y="6277"/>
                </a:lnTo>
                <a:lnTo>
                  <a:pt x="17145" y="6326"/>
                </a:lnTo>
                <a:lnTo>
                  <a:pt x="17048" y="6424"/>
                </a:lnTo>
                <a:lnTo>
                  <a:pt x="16974" y="6497"/>
                </a:lnTo>
                <a:lnTo>
                  <a:pt x="16925" y="6619"/>
                </a:lnTo>
                <a:lnTo>
                  <a:pt x="16852" y="6790"/>
                </a:lnTo>
                <a:lnTo>
                  <a:pt x="16803" y="6985"/>
                </a:lnTo>
                <a:lnTo>
                  <a:pt x="16803" y="7181"/>
                </a:lnTo>
                <a:lnTo>
                  <a:pt x="16828" y="7376"/>
                </a:lnTo>
                <a:lnTo>
                  <a:pt x="16706" y="7376"/>
                </a:lnTo>
                <a:lnTo>
                  <a:pt x="16584" y="7352"/>
                </a:lnTo>
                <a:lnTo>
                  <a:pt x="16559" y="7034"/>
                </a:lnTo>
                <a:lnTo>
                  <a:pt x="16535" y="6717"/>
                </a:lnTo>
                <a:lnTo>
                  <a:pt x="16486" y="6399"/>
                </a:lnTo>
                <a:lnTo>
                  <a:pt x="16413" y="6082"/>
                </a:lnTo>
                <a:lnTo>
                  <a:pt x="16315" y="5764"/>
                </a:lnTo>
                <a:lnTo>
                  <a:pt x="16217" y="5471"/>
                </a:lnTo>
                <a:lnTo>
                  <a:pt x="16095" y="5178"/>
                </a:lnTo>
                <a:lnTo>
                  <a:pt x="15949" y="4885"/>
                </a:lnTo>
                <a:lnTo>
                  <a:pt x="15802" y="4616"/>
                </a:lnTo>
                <a:lnTo>
                  <a:pt x="15631" y="4323"/>
                </a:lnTo>
                <a:lnTo>
                  <a:pt x="15436" y="4079"/>
                </a:lnTo>
                <a:lnTo>
                  <a:pt x="15240" y="3810"/>
                </a:lnTo>
                <a:lnTo>
                  <a:pt x="15020" y="3566"/>
                </a:lnTo>
                <a:lnTo>
                  <a:pt x="14801" y="3322"/>
                </a:lnTo>
                <a:lnTo>
                  <a:pt x="14556" y="3102"/>
                </a:lnTo>
                <a:lnTo>
                  <a:pt x="14312" y="2882"/>
                </a:lnTo>
                <a:lnTo>
                  <a:pt x="14044" y="2663"/>
                </a:lnTo>
                <a:lnTo>
                  <a:pt x="13750" y="2467"/>
                </a:lnTo>
                <a:lnTo>
                  <a:pt x="13457" y="2272"/>
                </a:lnTo>
                <a:lnTo>
                  <a:pt x="13164" y="2101"/>
                </a:lnTo>
                <a:lnTo>
                  <a:pt x="12847" y="1930"/>
                </a:lnTo>
                <a:lnTo>
                  <a:pt x="12529" y="1783"/>
                </a:lnTo>
                <a:lnTo>
                  <a:pt x="12212" y="1637"/>
                </a:lnTo>
                <a:lnTo>
                  <a:pt x="11870" y="1515"/>
                </a:lnTo>
                <a:lnTo>
                  <a:pt x="11528" y="1393"/>
                </a:lnTo>
                <a:lnTo>
                  <a:pt x="11162" y="1295"/>
                </a:lnTo>
                <a:lnTo>
                  <a:pt x="10795" y="1222"/>
                </a:lnTo>
                <a:lnTo>
                  <a:pt x="10429" y="1148"/>
                </a:lnTo>
                <a:lnTo>
                  <a:pt x="10063" y="1099"/>
                </a:lnTo>
                <a:lnTo>
                  <a:pt x="9672" y="1051"/>
                </a:lnTo>
                <a:lnTo>
                  <a:pt x="9281" y="1026"/>
                </a:lnTo>
                <a:lnTo>
                  <a:pt x="8353" y="1026"/>
                </a:lnTo>
                <a:lnTo>
                  <a:pt x="7816" y="1075"/>
                </a:lnTo>
                <a:lnTo>
                  <a:pt x="7278" y="1148"/>
                </a:lnTo>
                <a:lnTo>
                  <a:pt x="6765" y="1270"/>
                </a:lnTo>
                <a:lnTo>
                  <a:pt x="6619" y="1051"/>
                </a:lnTo>
                <a:lnTo>
                  <a:pt x="6472" y="880"/>
                </a:lnTo>
                <a:lnTo>
                  <a:pt x="6301" y="709"/>
                </a:lnTo>
                <a:lnTo>
                  <a:pt x="6155" y="562"/>
                </a:lnTo>
                <a:lnTo>
                  <a:pt x="5984" y="440"/>
                </a:lnTo>
                <a:lnTo>
                  <a:pt x="5837" y="342"/>
                </a:lnTo>
                <a:lnTo>
                  <a:pt x="5520" y="196"/>
                </a:lnTo>
                <a:lnTo>
                  <a:pt x="5251" y="98"/>
                </a:lnTo>
                <a:lnTo>
                  <a:pt x="5031" y="49"/>
                </a:lnTo>
                <a:lnTo>
                  <a:pt x="4836" y="0"/>
                </a:lnTo>
                <a:close/>
              </a:path>
            </a:pathLst>
          </a:custGeom>
          <a:solidFill>
            <a:srgbClr val="1ABC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1" name="Google Shape;191;p32"/>
          <p:cNvGrpSpPr/>
          <p:nvPr/>
        </p:nvGrpSpPr>
        <p:grpSpPr>
          <a:xfrm>
            <a:off x="6302732" y="606582"/>
            <a:ext cx="1200239" cy="1200239"/>
            <a:chOff x="644203" y="3718814"/>
            <a:chExt cx="1498800" cy="1498800"/>
          </a:xfrm>
        </p:grpSpPr>
        <p:sp>
          <p:nvSpPr>
            <p:cNvPr id="192" name="Google Shape;192;p32"/>
            <p:cNvSpPr/>
            <p:nvPr/>
          </p:nvSpPr>
          <p:spPr>
            <a:xfrm>
              <a:off x="644203" y="3718814"/>
              <a:ext cx="1498800" cy="1498800"/>
            </a:xfrm>
            <a:prstGeom prst="ellipse">
              <a:avLst/>
            </a:prstGeom>
            <a:solidFill>
              <a:srgbClr val="00695C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00695C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</p:txBody>
        </p:sp>
        <p:sp>
          <p:nvSpPr>
            <p:cNvPr id="193" name="Google Shape;193;p32"/>
            <p:cNvSpPr txBox="1"/>
            <p:nvPr/>
          </p:nvSpPr>
          <p:spPr>
            <a:xfrm>
              <a:off x="827688" y="3995863"/>
              <a:ext cx="1177469" cy="944700"/>
            </a:xfrm>
            <a:prstGeom prst="rect">
              <a:avLst/>
            </a:prstGeom>
            <a:solidFill>
              <a:srgbClr val="00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 dirty="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Servicio Freemium</a:t>
              </a:r>
              <a:endParaRPr sz="1200" b="1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94" name="Google Shape;194;p32"/>
          <p:cNvGrpSpPr/>
          <p:nvPr/>
        </p:nvGrpSpPr>
        <p:grpSpPr>
          <a:xfrm>
            <a:off x="6736457" y="2047826"/>
            <a:ext cx="1200239" cy="1200239"/>
            <a:chOff x="644203" y="3718814"/>
            <a:chExt cx="1498800" cy="1498800"/>
          </a:xfrm>
        </p:grpSpPr>
        <p:sp>
          <p:nvSpPr>
            <p:cNvPr id="195" name="Google Shape;195;p32"/>
            <p:cNvSpPr/>
            <p:nvPr/>
          </p:nvSpPr>
          <p:spPr>
            <a:xfrm>
              <a:off x="644203" y="3718814"/>
              <a:ext cx="1498800" cy="1498800"/>
            </a:xfrm>
            <a:prstGeom prst="ellipse">
              <a:avLst/>
            </a:prstGeom>
            <a:solidFill>
              <a:srgbClr val="00695C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00695C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</p:txBody>
        </p:sp>
        <p:sp>
          <p:nvSpPr>
            <p:cNvPr id="196" name="Google Shape;196;p32"/>
            <p:cNvSpPr txBox="1"/>
            <p:nvPr/>
          </p:nvSpPr>
          <p:spPr>
            <a:xfrm>
              <a:off x="856976" y="3995875"/>
              <a:ext cx="1073400" cy="944700"/>
            </a:xfrm>
            <a:prstGeom prst="rect">
              <a:avLst/>
            </a:prstGeom>
            <a:solidFill>
              <a:srgbClr val="00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 dirty="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Comisión por Venta</a:t>
              </a:r>
              <a:endParaRPr sz="1200" b="1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>
            <a:spLocks noGrp="1"/>
          </p:cNvSpPr>
          <p:nvPr>
            <p:ph type="ctrTitle" idx="4294967295"/>
          </p:nvPr>
        </p:nvSpPr>
        <p:spPr>
          <a:xfrm>
            <a:off x="685800" y="15071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>
                <a:solidFill>
                  <a:srgbClr val="1ABC9C"/>
                </a:solidFill>
              </a:rPr>
              <a:t>4,200,000</a:t>
            </a:r>
            <a:endParaRPr sz="9600" dirty="0">
              <a:solidFill>
                <a:srgbClr val="1ABC9C"/>
              </a:solidFill>
            </a:endParaRPr>
          </a:p>
        </p:txBody>
      </p:sp>
      <p:sp>
        <p:nvSpPr>
          <p:cNvPr id="202" name="Google Shape;202;p33"/>
          <p:cNvSpPr txBox="1">
            <a:spLocks noGrp="1"/>
          </p:cNvSpPr>
          <p:nvPr>
            <p:ph type="subTitle" idx="4294967295"/>
          </p:nvPr>
        </p:nvSpPr>
        <p:spPr>
          <a:xfrm>
            <a:off x="680059" y="2880934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¿Qué tan grande es tu mercado? Este número lo representa</a:t>
            </a:r>
            <a:endParaRPr/>
          </a:p>
        </p:txBody>
      </p:sp>
      <p:sp>
        <p:nvSpPr>
          <p:cNvPr id="203" name="Google Shape;203;p33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grpSp>
        <p:nvGrpSpPr>
          <p:cNvPr id="204" name="Google Shape;204;p33"/>
          <p:cNvGrpSpPr/>
          <p:nvPr/>
        </p:nvGrpSpPr>
        <p:grpSpPr>
          <a:xfrm>
            <a:off x="8111809" y="293018"/>
            <a:ext cx="772642" cy="823247"/>
            <a:chOff x="5970800" y="1619250"/>
            <a:chExt cx="428650" cy="456725"/>
          </a:xfrm>
        </p:grpSpPr>
        <p:sp>
          <p:nvSpPr>
            <p:cNvPr id="205" name="Google Shape;205;p33"/>
            <p:cNvSpPr/>
            <p:nvPr/>
          </p:nvSpPr>
          <p:spPr>
            <a:xfrm>
              <a:off x="5970800" y="1674200"/>
              <a:ext cx="377975" cy="377950"/>
            </a:xfrm>
            <a:custGeom>
              <a:avLst/>
              <a:gdLst/>
              <a:ahLst/>
              <a:cxnLst/>
              <a:rect l="l" t="t" r="r" b="b"/>
              <a:pathLst>
                <a:path w="15119" h="15118" extrusionOk="0">
                  <a:moveTo>
                    <a:pt x="7181" y="0"/>
                  </a:moveTo>
                  <a:lnTo>
                    <a:pt x="6790" y="49"/>
                  </a:lnTo>
                  <a:lnTo>
                    <a:pt x="6424" y="98"/>
                  </a:lnTo>
                  <a:lnTo>
                    <a:pt x="6058" y="147"/>
                  </a:lnTo>
                  <a:lnTo>
                    <a:pt x="5691" y="244"/>
                  </a:lnTo>
                  <a:lnTo>
                    <a:pt x="5325" y="342"/>
                  </a:lnTo>
                  <a:lnTo>
                    <a:pt x="4983" y="464"/>
                  </a:lnTo>
                  <a:lnTo>
                    <a:pt x="4641" y="586"/>
                  </a:lnTo>
                  <a:lnTo>
                    <a:pt x="4299" y="733"/>
                  </a:lnTo>
                  <a:lnTo>
                    <a:pt x="3982" y="904"/>
                  </a:lnTo>
                  <a:lnTo>
                    <a:pt x="3664" y="1099"/>
                  </a:lnTo>
                  <a:lnTo>
                    <a:pt x="3347" y="1295"/>
                  </a:lnTo>
                  <a:lnTo>
                    <a:pt x="3053" y="1490"/>
                  </a:lnTo>
                  <a:lnTo>
                    <a:pt x="2760" y="1734"/>
                  </a:lnTo>
                  <a:lnTo>
                    <a:pt x="2492" y="1954"/>
                  </a:lnTo>
                  <a:lnTo>
                    <a:pt x="2223" y="2223"/>
                  </a:lnTo>
                  <a:lnTo>
                    <a:pt x="1979" y="2467"/>
                  </a:lnTo>
                  <a:lnTo>
                    <a:pt x="1735" y="2760"/>
                  </a:lnTo>
                  <a:lnTo>
                    <a:pt x="1515" y="3029"/>
                  </a:lnTo>
                  <a:lnTo>
                    <a:pt x="1295" y="3322"/>
                  </a:lnTo>
                  <a:lnTo>
                    <a:pt x="1100" y="3639"/>
                  </a:lnTo>
                  <a:lnTo>
                    <a:pt x="929" y="3957"/>
                  </a:lnTo>
                  <a:lnTo>
                    <a:pt x="758" y="4274"/>
                  </a:lnTo>
                  <a:lnTo>
                    <a:pt x="611" y="4616"/>
                  </a:lnTo>
                  <a:lnTo>
                    <a:pt x="465" y="4958"/>
                  </a:lnTo>
                  <a:lnTo>
                    <a:pt x="343" y="5300"/>
                  </a:lnTo>
                  <a:lnTo>
                    <a:pt x="245" y="5666"/>
                  </a:lnTo>
                  <a:lnTo>
                    <a:pt x="172" y="6033"/>
                  </a:lnTo>
                  <a:lnTo>
                    <a:pt x="98" y="6399"/>
                  </a:lnTo>
                  <a:lnTo>
                    <a:pt x="49" y="6790"/>
                  </a:lnTo>
                  <a:lnTo>
                    <a:pt x="25" y="7156"/>
                  </a:lnTo>
                  <a:lnTo>
                    <a:pt x="1" y="7547"/>
                  </a:lnTo>
                  <a:lnTo>
                    <a:pt x="25" y="7938"/>
                  </a:lnTo>
                  <a:lnTo>
                    <a:pt x="49" y="8328"/>
                  </a:lnTo>
                  <a:lnTo>
                    <a:pt x="98" y="8695"/>
                  </a:lnTo>
                  <a:lnTo>
                    <a:pt x="172" y="9085"/>
                  </a:lnTo>
                  <a:lnTo>
                    <a:pt x="245" y="9452"/>
                  </a:lnTo>
                  <a:lnTo>
                    <a:pt x="343" y="9794"/>
                  </a:lnTo>
                  <a:lnTo>
                    <a:pt x="465" y="10160"/>
                  </a:lnTo>
                  <a:lnTo>
                    <a:pt x="611" y="10502"/>
                  </a:lnTo>
                  <a:lnTo>
                    <a:pt x="758" y="10820"/>
                  </a:lnTo>
                  <a:lnTo>
                    <a:pt x="929" y="11161"/>
                  </a:lnTo>
                  <a:lnTo>
                    <a:pt x="1100" y="11479"/>
                  </a:lnTo>
                  <a:lnTo>
                    <a:pt x="1295" y="11772"/>
                  </a:lnTo>
                  <a:lnTo>
                    <a:pt x="1515" y="12065"/>
                  </a:lnTo>
                  <a:lnTo>
                    <a:pt x="1735" y="12358"/>
                  </a:lnTo>
                  <a:lnTo>
                    <a:pt x="1979" y="12627"/>
                  </a:lnTo>
                  <a:lnTo>
                    <a:pt x="2223" y="12895"/>
                  </a:lnTo>
                  <a:lnTo>
                    <a:pt x="2492" y="13140"/>
                  </a:lnTo>
                  <a:lnTo>
                    <a:pt x="2760" y="13384"/>
                  </a:lnTo>
                  <a:lnTo>
                    <a:pt x="3053" y="13604"/>
                  </a:lnTo>
                  <a:lnTo>
                    <a:pt x="3347" y="13824"/>
                  </a:lnTo>
                  <a:lnTo>
                    <a:pt x="3664" y="14019"/>
                  </a:lnTo>
                  <a:lnTo>
                    <a:pt x="3982" y="14190"/>
                  </a:lnTo>
                  <a:lnTo>
                    <a:pt x="4299" y="14361"/>
                  </a:lnTo>
                  <a:lnTo>
                    <a:pt x="4641" y="14507"/>
                  </a:lnTo>
                  <a:lnTo>
                    <a:pt x="4983" y="14654"/>
                  </a:lnTo>
                  <a:lnTo>
                    <a:pt x="5325" y="14776"/>
                  </a:lnTo>
                  <a:lnTo>
                    <a:pt x="5691" y="14874"/>
                  </a:lnTo>
                  <a:lnTo>
                    <a:pt x="6058" y="14947"/>
                  </a:lnTo>
                  <a:lnTo>
                    <a:pt x="6424" y="15020"/>
                  </a:lnTo>
                  <a:lnTo>
                    <a:pt x="6790" y="15069"/>
                  </a:lnTo>
                  <a:lnTo>
                    <a:pt x="7181" y="15094"/>
                  </a:lnTo>
                  <a:lnTo>
                    <a:pt x="7572" y="15118"/>
                  </a:lnTo>
                  <a:lnTo>
                    <a:pt x="7963" y="15094"/>
                  </a:lnTo>
                  <a:lnTo>
                    <a:pt x="8329" y="15069"/>
                  </a:lnTo>
                  <a:lnTo>
                    <a:pt x="8720" y="15020"/>
                  </a:lnTo>
                  <a:lnTo>
                    <a:pt x="9086" y="14947"/>
                  </a:lnTo>
                  <a:lnTo>
                    <a:pt x="9452" y="14874"/>
                  </a:lnTo>
                  <a:lnTo>
                    <a:pt x="9819" y="14776"/>
                  </a:lnTo>
                  <a:lnTo>
                    <a:pt x="10161" y="14654"/>
                  </a:lnTo>
                  <a:lnTo>
                    <a:pt x="10503" y="14507"/>
                  </a:lnTo>
                  <a:lnTo>
                    <a:pt x="10844" y="14361"/>
                  </a:lnTo>
                  <a:lnTo>
                    <a:pt x="11162" y="14190"/>
                  </a:lnTo>
                  <a:lnTo>
                    <a:pt x="11479" y="14019"/>
                  </a:lnTo>
                  <a:lnTo>
                    <a:pt x="11797" y="13824"/>
                  </a:lnTo>
                  <a:lnTo>
                    <a:pt x="12090" y="13604"/>
                  </a:lnTo>
                  <a:lnTo>
                    <a:pt x="12383" y="13384"/>
                  </a:lnTo>
                  <a:lnTo>
                    <a:pt x="12652" y="13140"/>
                  </a:lnTo>
                  <a:lnTo>
                    <a:pt x="12920" y="12895"/>
                  </a:lnTo>
                  <a:lnTo>
                    <a:pt x="13165" y="12627"/>
                  </a:lnTo>
                  <a:lnTo>
                    <a:pt x="13409" y="12358"/>
                  </a:lnTo>
                  <a:lnTo>
                    <a:pt x="13629" y="12065"/>
                  </a:lnTo>
                  <a:lnTo>
                    <a:pt x="13824" y="11772"/>
                  </a:lnTo>
                  <a:lnTo>
                    <a:pt x="14019" y="11479"/>
                  </a:lnTo>
                  <a:lnTo>
                    <a:pt x="14215" y="11161"/>
                  </a:lnTo>
                  <a:lnTo>
                    <a:pt x="14386" y="10820"/>
                  </a:lnTo>
                  <a:lnTo>
                    <a:pt x="14532" y="10502"/>
                  </a:lnTo>
                  <a:lnTo>
                    <a:pt x="14654" y="10160"/>
                  </a:lnTo>
                  <a:lnTo>
                    <a:pt x="14777" y="9794"/>
                  </a:lnTo>
                  <a:lnTo>
                    <a:pt x="14899" y="9452"/>
                  </a:lnTo>
                  <a:lnTo>
                    <a:pt x="14972" y="9085"/>
                  </a:lnTo>
                  <a:lnTo>
                    <a:pt x="15045" y="8695"/>
                  </a:lnTo>
                  <a:lnTo>
                    <a:pt x="15094" y="8328"/>
                  </a:lnTo>
                  <a:lnTo>
                    <a:pt x="15118" y="7938"/>
                  </a:lnTo>
                  <a:lnTo>
                    <a:pt x="15118" y="7547"/>
                  </a:lnTo>
                  <a:lnTo>
                    <a:pt x="15094" y="6936"/>
                  </a:lnTo>
                  <a:lnTo>
                    <a:pt x="15021" y="6326"/>
                  </a:lnTo>
                  <a:lnTo>
                    <a:pt x="14899" y="5740"/>
                  </a:lnTo>
                  <a:lnTo>
                    <a:pt x="14728" y="5178"/>
                  </a:lnTo>
                  <a:lnTo>
                    <a:pt x="14532" y="4616"/>
                  </a:lnTo>
                  <a:lnTo>
                    <a:pt x="14288" y="4079"/>
                  </a:lnTo>
                  <a:lnTo>
                    <a:pt x="13995" y="3590"/>
                  </a:lnTo>
                  <a:lnTo>
                    <a:pt x="13653" y="3102"/>
                  </a:lnTo>
                  <a:lnTo>
                    <a:pt x="13458" y="3053"/>
                  </a:lnTo>
                  <a:lnTo>
                    <a:pt x="12163" y="4347"/>
                  </a:lnTo>
                  <a:lnTo>
                    <a:pt x="12383" y="4689"/>
                  </a:lnTo>
                  <a:lnTo>
                    <a:pt x="12578" y="5056"/>
                  </a:lnTo>
                  <a:lnTo>
                    <a:pt x="12749" y="5446"/>
                  </a:lnTo>
                  <a:lnTo>
                    <a:pt x="12896" y="5837"/>
                  </a:lnTo>
                  <a:lnTo>
                    <a:pt x="13018" y="6252"/>
                  </a:lnTo>
                  <a:lnTo>
                    <a:pt x="13091" y="6668"/>
                  </a:lnTo>
                  <a:lnTo>
                    <a:pt x="13165" y="7107"/>
                  </a:lnTo>
                  <a:lnTo>
                    <a:pt x="13165" y="7547"/>
                  </a:lnTo>
                  <a:lnTo>
                    <a:pt x="13140" y="8133"/>
                  </a:lnTo>
                  <a:lnTo>
                    <a:pt x="13067" y="8695"/>
                  </a:lnTo>
                  <a:lnTo>
                    <a:pt x="12920" y="9208"/>
                  </a:lnTo>
                  <a:lnTo>
                    <a:pt x="12725" y="9745"/>
                  </a:lnTo>
                  <a:lnTo>
                    <a:pt x="12505" y="10233"/>
                  </a:lnTo>
                  <a:lnTo>
                    <a:pt x="12212" y="10673"/>
                  </a:lnTo>
                  <a:lnTo>
                    <a:pt x="11895" y="11113"/>
                  </a:lnTo>
                  <a:lnTo>
                    <a:pt x="11528" y="11503"/>
                  </a:lnTo>
                  <a:lnTo>
                    <a:pt x="11138" y="11870"/>
                  </a:lnTo>
                  <a:lnTo>
                    <a:pt x="10698" y="12187"/>
                  </a:lnTo>
                  <a:lnTo>
                    <a:pt x="10234" y="12480"/>
                  </a:lnTo>
                  <a:lnTo>
                    <a:pt x="9745" y="12725"/>
                  </a:lnTo>
                  <a:lnTo>
                    <a:pt x="9233" y="12895"/>
                  </a:lnTo>
                  <a:lnTo>
                    <a:pt x="8695" y="13042"/>
                  </a:lnTo>
                  <a:lnTo>
                    <a:pt x="8133" y="13140"/>
                  </a:lnTo>
                  <a:lnTo>
                    <a:pt x="7572" y="13164"/>
                  </a:lnTo>
                  <a:lnTo>
                    <a:pt x="6986" y="13140"/>
                  </a:lnTo>
                  <a:lnTo>
                    <a:pt x="6448" y="13042"/>
                  </a:lnTo>
                  <a:lnTo>
                    <a:pt x="5911" y="12895"/>
                  </a:lnTo>
                  <a:lnTo>
                    <a:pt x="5398" y="12725"/>
                  </a:lnTo>
                  <a:lnTo>
                    <a:pt x="4910" y="12480"/>
                  </a:lnTo>
                  <a:lnTo>
                    <a:pt x="4446" y="12187"/>
                  </a:lnTo>
                  <a:lnTo>
                    <a:pt x="4006" y="11870"/>
                  </a:lnTo>
                  <a:lnTo>
                    <a:pt x="3615" y="11503"/>
                  </a:lnTo>
                  <a:lnTo>
                    <a:pt x="3249" y="11113"/>
                  </a:lnTo>
                  <a:lnTo>
                    <a:pt x="2931" y="10673"/>
                  </a:lnTo>
                  <a:lnTo>
                    <a:pt x="2638" y="10233"/>
                  </a:lnTo>
                  <a:lnTo>
                    <a:pt x="2418" y="9745"/>
                  </a:lnTo>
                  <a:lnTo>
                    <a:pt x="2223" y="9208"/>
                  </a:lnTo>
                  <a:lnTo>
                    <a:pt x="2077" y="8695"/>
                  </a:lnTo>
                  <a:lnTo>
                    <a:pt x="2003" y="8133"/>
                  </a:lnTo>
                  <a:lnTo>
                    <a:pt x="1954" y="7547"/>
                  </a:lnTo>
                  <a:lnTo>
                    <a:pt x="2003" y="6985"/>
                  </a:lnTo>
                  <a:lnTo>
                    <a:pt x="2077" y="6423"/>
                  </a:lnTo>
                  <a:lnTo>
                    <a:pt x="2223" y="5886"/>
                  </a:lnTo>
                  <a:lnTo>
                    <a:pt x="2418" y="5373"/>
                  </a:lnTo>
                  <a:lnTo>
                    <a:pt x="2638" y="4885"/>
                  </a:lnTo>
                  <a:lnTo>
                    <a:pt x="2931" y="4421"/>
                  </a:lnTo>
                  <a:lnTo>
                    <a:pt x="3249" y="4005"/>
                  </a:lnTo>
                  <a:lnTo>
                    <a:pt x="3615" y="3590"/>
                  </a:lnTo>
                  <a:lnTo>
                    <a:pt x="4006" y="3224"/>
                  </a:lnTo>
                  <a:lnTo>
                    <a:pt x="4446" y="2906"/>
                  </a:lnTo>
                  <a:lnTo>
                    <a:pt x="4910" y="2638"/>
                  </a:lnTo>
                  <a:lnTo>
                    <a:pt x="5398" y="2394"/>
                  </a:lnTo>
                  <a:lnTo>
                    <a:pt x="5911" y="2198"/>
                  </a:lnTo>
                  <a:lnTo>
                    <a:pt x="6448" y="2076"/>
                  </a:lnTo>
                  <a:lnTo>
                    <a:pt x="6986" y="1978"/>
                  </a:lnTo>
                  <a:lnTo>
                    <a:pt x="7572" y="1954"/>
                  </a:lnTo>
                  <a:lnTo>
                    <a:pt x="8011" y="1978"/>
                  </a:lnTo>
                  <a:lnTo>
                    <a:pt x="8451" y="2027"/>
                  </a:lnTo>
                  <a:lnTo>
                    <a:pt x="8866" y="2100"/>
                  </a:lnTo>
                  <a:lnTo>
                    <a:pt x="9281" y="2223"/>
                  </a:lnTo>
                  <a:lnTo>
                    <a:pt x="9672" y="2369"/>
                  </a:lnTo>
                  <a:lnTo>
                    <a:pt x="10063" y="2540"/>
                  </a:lnTo>
                  <a:lnTo>
                    <a:pt x="10429" y="2735"/>
                  </a:lnTo>
                  <a:lnTo>
                    <a:pt x="10771" y="2955"/>
                  </a:lnTo>
                  <a:lnTo>
                    <a:pt x="11943" y="1807"/>
                  </a:lnTo>
                  <a:lnTo>
                    <a:pt x="11846" y="1343"/>
                  </a:lnTo>
                  <a:lnTo>
                    <a:pt x="11382" y="1026"/>
                  </a:lnTo>
                  <a:lnTo>
                    <a:pt x="10893" y="782"/>
                  </a:lnTo>
                  <a:lnTo>
                    <a:pt x="10380" y="537"/>
                  </a:lnTo>
                  <a:lnTo>
                    <a:pt x="9843" y="342"/>
                  </a:lnTo>
                  <a:lnTo>
                    <a:pt x="9306" y="195"/>
                  </a:lnTo>
                  <a:lnTo>
                    <a:pt x="8744" y="98"/>
                  </a:lnTo>
                  <a:lnTo>
                    <a:pt x="8158" y="25"/>
                  </a:lnTo>
                  <a:lnTo>
                    <a:pt x="7572" y="0"/>
                  </a:lnTo>
                  <a:close/>
                </a:path>
              </a:pathLst>
            </a:custGeom>
            <a:solidFill>
              <a:srgbClr val="1A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33"/>
            <p:cNvSpPr/>
            <p:nvPr/>
          </p:nvSpPr>
          <p:spPr>
            <a:xfrm>
              <a:off x="6068500" y="1771875"/>
              <a:ext cx="182575" cy="182600"/>
            </a:xfrm>
            <a:custGeom>
              <a:avLst/>
              <a:gdLst/>
              <a:ahLst/>
              <a:cxnLst/>
              <a:rect l="l" t="t" r="r" b="b"/>
              <a:pathLst>
                <a:path w="7303" h="7304" extrusionOk="0">
                  <a:moveTo>
                    <a:pt x="3664" y="1"/>
                  </a:moveTo>
                  <a:lnTo>
                    <a:pt x="3297" y="25"/>
                  </a:lnTo>
                  <a:lnTo>
                    <a:pt x="2931" y="74"/>
                  </a:lnTo>
                  <a:lnTo>
                    <a:pt x="2565" y="147"/>
                  </a:lnTo>
                  <a:lnTo>
                    <a:pt x="2247" y="294"/>
                  </a:lnTo>
                  <a:lnTo>
                    <a:pt x="1930" y="440"/>
                  </a:lnTo>
                  <a:lnTo>
                    <a:pt x="1612" y="611"/>
                  </a:lnTo>
                  <a:lnTo>
                    <a:pt x="1344" y="831"/>
                  </a:lnTo>
                  <a:lnTo>
                    <a:pt x="1075" y="1075"/>
                  </a:lnTo>
                  <a:lnTo>
                    <a:pt x="831" y="1320"/>
                  </a:lnTo>
                  <a:lnTo>
                    <a:pt x="635" y="1613"/>
                  </a:lnTo>
                  <a:lnTo>
                    <a:pt x="440" y="1906"/>
                  </a:lnTo>
                  <a:lnTo>
                    <a:pt x="293" y="2223"/>
                  </a:lnTo>
                  <a:lnTo>
                    <a:pt x="171" y="2565"/>
                  </a:lnTo>
                  <a:lnTo>
                    <a:pt x="74" y="2907"/>
                  </a:lnTo>
                  <a:lnTo>
                    <a:pt x="25" y="3273"/>
                  </a:lnTo>
                  <a:lnTo>
                    <a:pt x="0" y="3640"/>
                  </a:lnTo>
                  <a:lnTo>
                    <a:pt x="25" y="4031"/>
                  </a:lnTo>
                  <a:lnTo>
                    <a:pt x="74" y="4373"/>
                  </a:lnTo>
                  <a:lnTo>
                    <a:pt x="171" y="4739"/>
                  </a:lnTo>
                  <a:lnTo>
                    <a:pt x="293" y="5081"/>
                  </a:lnTo>
                  <a:lnTo>
                    <a:pt x="440" y="5398"/>
                  </a:lnTo>
                  <a:lnTo>
                    <a:pt x="635" y="5691"/>
                  </a:lnTo>
                  <a:lnTo>
                    <a:pt x="831" y="5960"/>
                  </a:lnTo>
                  <a:lnTo>
                    <a:pt x="1075" y="6229"/>
                  </a:lnTo>
                  <a:lnTo>
                    <a:pt x="1344" y="6473"/>
                  </a:lnTo>
                  <a:lnTo>
                    <a:pt x="1612" y="6668"/>
                  </a:lnTo>
                  <a:lnTo>
                    <a:pt x="1930" y="6864"/>
                  </a:lnTo>
                  <a:lnTo>
                    <a:pt x="2247" y="7010"/>
                  </a:lnTo>
                  <a:lnTo>
                    <a:pt x="2565" y="7132"/>
                  </a:lnTo>
                  <a:lnTo>
                    <a:pt x="2931" y="7230"/>
                  </a:lnTo>
                  <a:lnTo>
                    <a:pt x="3297" y="7279"/>
                  </a:lnTo>
                  <a:lnTo>
                    <a:pt x="3664" y="7303"/>
                  </a:lnTo>
                  <a:lnTo>
                    <a:pt x="4030" y="7279"/>
                  </a:lnTo>
                  <a:lnTo>
                    <a:pt x="4396" y="7230"/>
                  </a:lnTo>
                  <a:lnTo>
                    <a:pt x="4738" y="7132"/>
                  </a:lnTo>
                  <a:lnTo>
                    <a:pt x="5080" y="7010"/>
                  </a:lnTo>
                  <a:lnTo>
                    <a:pt x="5398" y="6864"/>
                  </a:lnTo>
                  <a:lnTo>
                    <a:pt x="5691" y="6668"/>
                  </a:lnTo>
                  <a:lnTo>
                    <a:pt x="5984" y="6473"/>
                  </a:lnTo>
                  <a:lnTo>
                    <a:pt x="6253" y="6229"/>
                  </a:lnTo>
                  <a:lnTo>
                    <a:pt x="6472" y="5960"/>
                  </a:lnTo>
                  <a:lnTo>
                    <a:pt x="6692" y="5691"/>
                  </a:lnTo>
                  <a:lnTo>
                    <a:pt x="6863" y="5398"/>
                  </a:lnTo>
                  <a:lnTo>
                    <a:pt x="7034" y="5081"/>
                  </a:lnTo>
                  <a:lnTo>
                    <a:pt x="7156" y="4739"/>
                  </a:lnTo>
                  <a:lnTo>
                    <a:pt x="7230" y="4373"/>
                  </a:lnTo>
                  <a:lnTo>
                    <a:pt x="7303" y="4031"/>
                  </a:lnTo>
                  <a:lnTo>
                    <a:pt x="7303" y="3640"/>
                  </a:lnTo>
                  <a:lnTo>
                    <a:pt x="7303" y="3396"/>
                  </a:lnTo>
                  <a:lnTo>
                    <a:pt x="7278" y="3176"/>
                  </a:lnTo>
                  <a:lnTo>
                    <a:pt x="7254" y="2932"/>
                  </a:lnTo>
                  <a:lnTo>
                    <a:pt x="7181" y="2712"/>
                  </a:lnTo>
                  <a:lnTo>
                    <a:pt x="7132" y="2492"/>
                  </a:lnTo>
                  <a:lnTo>
                    <a:pt x="7034" y="2272"/>
                  </a:lnTo>
                  <a:lnTo>
                    <a:pt x="6839" y="1857"/>
                  </a:lnTo>
                  <a:lnTo>
                    <a:pt x="5325" y="3347"/>
                  </a:lnTo>
                  <a:lnTo>
                    <a:pt x="5349" y="3640"/>
                  </a:lnTo>
                  <a:lnTo>
                    <a:pt x="5349" y="3811"/>
                  </a:lnTo>
                  <a:lnTo>
                    <a:pt x="5325" y="3982"/>
                  </a:lnTo>
                  <a:lnTo>
                    <a:pt x="5276" y="4153"/>
                  </a:lnTo>
                  <a:lnTo>
                    <a:pt x="5227" y="4299"/>
                  </a:lnTo>
                  <a:lnTo>
                    <a:pt x="5154" y="4446"/>
                  </a:lnTo>
                  <a:lnTo>
                    <a:pt x="5080" y="4592"/>
                  </a:lnTo>
                  <a:lnTo>
                    <a:pt x="4983" y="4739"/>
                  </a:lnTo>
                  <a:lnTo>
                    <a:pt x="4860" y="4861"/>
                  </a:lnTo>
                  <a:lnTo>
                    <a:pt x="4738" y="4959"/>
                  </a:lnTo>
                  <a:lnTo>
                    <a:pt x="4616" y="5056"/>
                  </a:lnTo>
                  <a:lnTo>
                    <a:pt x="4470" y="5154"/>
                  </a:lnTo>
                  <a:lnTo>
                    <a:pt x="4323" y="5203"/>
                  </a:lnTo>
                  <a:lnTo>
                    <a:pt x="4177" y="5276"/>
                  </a:lnTo>
                  <a:lnTo>
                    <a:pt x="4006" y="5301"/>
                  </a:lnTo>
                  <a:lnTo>
                    <a:pt x="3835" y="5349"/>
                  </a:lnTo>
                  <a:lnTo>
                    <a:pt x="3493" y="5349"/>
                  </a:lnTo>
                  <a:lnTo>
                    <a:pt x="3322" y="5301"/>
                  </a:lnTo>
                  <a:lnTo>
                    <a:pt x="3151" y="5276"/>
                  </a:lnTo>
                  <a:lnTo>
                    <a:pt x="3004" y="5203"/>
                  </a:lnTo>
                  <a:lnTo>
                    <a:pt x="2858" y="5154"/>
                  </a:lnTo>
                  <a:lnTo>
                    <a:pt x="2711" y="5056"/>
                  </a:lnTo>
                  <a:lnTo>
                    <a:pt x="2589" y="4959"/>
                  </a:lnTo>
                  <a:lnTo>
                    <a:pt x="2467" y="4861"/>
                  </a:lnTo>
                  <a:lnTo>
                    <a:pt x="2345" y="4739"/>
                  </a:lnTo>
                  <a:lnTo>
                    <a:pt x="2247" y="4592"/>
                  </a:lnTo>
                  <a:lnTo>
                    <a:pt x="2174" y="4446"/>
                  </a:lnTo>
                  <a:lnTo>
                    <a:pt x="2101" y="4299"/>
                  </a:lnTo>
                  <a:lnTo>
                    <a:pt x="2027" y="4153"/>
                  </a:lnTo>
                  <a:lnTo>
                    <a:pt x="2003" y="3982"/>
                  </a:lnTo>
                  <a:lnTo>
                    <a:pt x="1979" y="3811"/>
                  </a:lnTo>
                  <a:lnTo>
                    <a:pt x="1954" y="3640"/>
                  </a:lnTo>
                  <a:lnTo>
                    <a:pt x="1979" y="3469"/>
                  </a:lnTo>
                  <a:lnTo>
                    <a:pt x="2003" y="3298"/>
                  </a:lnTo>
                  <a:lnTo>
                    <a:pt x="2027" y="3151"/>
                  </a:lnTo>
                  <a:lnTo>
                    <a:pt x="2101" y="2980"/>
                  </a:lnTo>
                  <a:lnTo>
                    <a:pt x="2174" y="2834"/>
                  </a:lnTo>
                  <a:lnTo>
                    <a:pt x="2247" y="2687"/>
                  </a:lnTo>
                  <a:lnTo>
                    <a:pt x="2345" y="2565"/>
                  </a:lnTo>
                  <a:lnTo>
                    <a:pt x="2467" y="2443"/>
                  </a:lnTo>
                  <a:lnTo>
                    <a:pt x="2589" y="2345"/>
                  </a:lnTo>
                  <a:lnTo>
                    <a:pt x="2711" y="2248"/>
                  </a:lnTo>
                  <a:lnTo>
                    <a:pt x="2858" y="2150"/>
                  </a:lnTo>
                  <a:lnTo>
                    <a:pt x="3004" y="2077"/>
                  </a:lnTo>
                  <a:lnTo>
                    <a:pt x="3151" y="2028"/>
                  </a:lnTo>
                  <a:lnTo>
                    <a:pt x="3322" y="1979"/>
                  </a:lnTo>
                  <a:lnTo>
                    <a:pt x="3493" y="1955"/>
                  </a:lnTo>
                  <a:lnTo>
                    <a:pt x="3664" y="1955"/>
                  </a:lnTo>
                  <a:lnTo>
                    <a:pt x="3957" y="1979"/>
                  </a:lnTo>
                  <a:lnTo>
                    <a:pt x="5447" y="465"/>
                  </a:lnTo>
                  <a:lnTo>
                    <a:pt x="5056" y="269"/>
                  </a:lnTo>
                  <a:lnTo>
                    <a:pt x="4836" y="196"/>
                  </a:lnTo>
                  <a:lnTo>
                    <a:pt x="4616" y="123"/>
                  </a:lnTo>
                  <a:lnTo>
                    <a:pt x="4372" y="74"/>
                  </a:lnTo>
                  <a:lnTo>
                    <a:pt x="4152" y="25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rgbClr val="1A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3"/>
            <p:cNvSpPr/>
            <p:nvPr/>
          </p:nvSpPr>
          <p:spPr>
            <a:xfrm>
              <a:off x="5981175" y="2005125"/>
              <a:ext cx="75125" cy="70850"/>
            </a:xfrm>
            <a:custGeom>
              <a:avLst/>
              <a:gdLst/>
              <a:ahLst/>
              <a:cxnLst/>
              <a:rect l="l" t="t" r="r" b="b"/>
              <a:pathLst>
                <a:path w="3005" h="2834" extrusionOk="0">
                  <a:moveTo>
                    <a:pt x="1466" y="0"/>
                  </a:moveTo>
                  <a:lnTo>
                    <a:pt x="294" y="1173"/>
                  </a:lnTo>
                  <a:lnTo>
                    <a:pt x="172" y="1319"/>
                  </a:lnTo>
                  <a:lnTo>
                    <a:pt x="74" y="1490"/>
                  </a:lnTo>
                  <a:lnTo>
                    <a:pt x="25" y="1661"/>
                  </a:lnTo>
                  <a:lnTo>
                    <a:pt x="1" y="1857"/>
                  </a:lnTo>
                  <a:lnTo>
                    <a:pt x="25" y="2052"/>
                  </a:lnTo>
                  <a:lnTo>
                    <a:pt x="74" y="2223"/>
                  </a:lnTo>
                  <a:lnTo>
                    <a:pt x="172" y="2394"/>
                  </a:lnTo>
                  <a:lnTo>
                    <a:pt x="294" y="2540"/>
                  </a:lnTo>
                  <a:lnTo>
                    <a:pt x="440" y="2663"/>
                  </a:lnTo>
                  <a:lnTo>
                    <a:pt x="611" y="2760"/>
                  </a:lnTo>
                  <a:lnTo>
                    <a:pt x="807" y="2809"/>
                  </a:lnTo>
                  <a:lnTo>
                    <a:pt x="978" y="2833"/>
                  </a:lnTo>
                  <a:lnTo>
                    <a:pt x="1173" y="2809"/>
                  </a:lnTo>
                  <a:lnTo>
                    <a:pt x="1344" y="2760"/>
                  </a:lnTo>
                  <a:lnTo>
                    <a:pt x="1515" y="2663"/>
                  </a:lnTo>
                  <a:lnTo>
                    <a:pt x="1686" y="2540"/>
                  </a:lnTo>
                  <a:lnTo>
                    <a:pt x="2858" y="1368"/>
                  </a:lnTo>
                  <a:lnTo>
                    <a:pt x="3005" y="1197"/>
                  </a:lnTo>
                  <a:lnTo>
                    <a:pt x="2590" y="928"/>
                  </a:lnTo>
                  <a:lnTo>
                    <a:pt x="2199" y="635"/>
                  </a:lnTo>
                  <a:lnTo>
                    <a:pt x="1808" y="342"/>
                  </a:lnTo>
                  <a:lnTo>
                    <a:pt x="1466" y="0"/>
                  </a:lnTo>
                  <a:close/>
                </a:path>
              </a:pathLst>
            </a:custGeom>
            <a:solidFill>
              <a:srgbClr val="1A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33"/>
            <p:cNvSpPr/>
            <p:nvPr/>
          </p:nvSpPr>
          <p:spPr>
            <a:xfrm>
              <a:off x="6263875" y="2005125"/>
              <a:ext cx="74525" cy="70850"/>
            </a:xfrm>
            <a:custGeom>
              <a:avLst/>
              <a:gdLst/>
              <a:ahLst/>
              <a:cxnLst/>
              <a:rect l="l" t="t" r="r" b="b"/>
              <a:pathLst>
                <a:path w="2981" h="2834" extrusionOk="0">
                  <a:moveTo>
                    <a:pt x="1539" y="0"/>
                  </a:moveTo>
                  <a:lnTo>
                    <a:pt x="1173" y="342"/>
                  </a:lnTo>
                  <a:lnTo>
                    <a:pt x="807" y="635"/>
                  </a:lnTo>
                  <a:lnTo>
                    <a:pt x="416" y="928"/>
                  </a:lnTo>
                  <a:lnTo>
                    <a:pt x="1" y="1197"/>
                  </a:lnTo>
                  <a:lnTo>
                    <a:pt x="123" y="1368"/>
                  </a:lnTo>
                  <a:lnTo>
                    <a:pt x="1319" y="2540"/>
                  </a:lnTo>
                  <a:lnTo>
                    <a:pt x="1466" y="2663"/>
                  </a:lnTo>
                  <a:lnTo>
                    <a:pt x="1637" y="2760"/>
                  </a:lnTo>
                  <a:lnTo>
                    <a:pt x="1832" y="2809"/>
                  </a:lnTo>
                  <a:lnTo>
                    <a:pt x="2003" y="2833"/>
                  </a:lnTo>
                  <a:lnTo>
                    <a:pt x="2199" y="2809"/>
                  </a:lnTo>
                  <a:lnTo>
                    <a:pt x="2370" y="2760"/>
                  </a:lnTo>
                  <a:lnTo>
                    <a:pt x="2541" y="2663"/>
                  </a:lnTo>
                  <a:lnTo>
                    <a:pt x="2712" y="2540"/>
                  </a:lnTo>
                  <a:lnTo>
                    <a:pt x="2834" y="2394"/>
                  </a:lnTo>
                  <a:lnTo>
                    <a:pt x="2931" y="2223"/>
                  </a:lnTo>
                  <a:lnTo>
                    <a:pt x="2980" y="2052"/>
                  </a:lnTo>
                  <a:lnTo>
                    <a:pt x="2980" y="1857"/>
                  </a:lnTo>
                  <a:lnTo>
                    <a:pt x="2980" y="1661"/>
                  </a:lnTo>
                  <a:lnTo>
                    <a:pt x="2931" y="1490"/>
                  </a:lnTo>
                  <a:lnTo>
                    <a:pt x="2834" y="1319"/>
                  </a:lnTo>
                  <a:lnTo>
                    <a:pt x="2712" y="1173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rgbClr val="1A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33"/>
            <p:cNvSpPr/>
            <p:nvPr/>
          </p:nvSpPr>
          <p:spPr>
            <a:xfrm>
              <a:off x="6147875" y="1619250"/>
              <a:ext cx="251575" cy="255850"/>
            </a:xfrm>
            <a:custGeom>
              <a:avLst/>
              <a:gdLst/>
              <a:ahLst/>
              <a:cxnLst/>
              <a:rect l="l" t="t" r="r" b="b"/>
              <a:pathLst>
                <a:path w="10063" h="10234" extrusionOk="0">
                  <a:moveTo>
                    <a:pt x="7352" y="0"/>
                  </a:moveTo>
                  <a:lnTo>
                    <a:pt x="7254" y="24"/>
                  </a:lnTo>
                  <a:lnTo>
                    <a:pt x="7181" y="73"/>
                  </a:lnTo>
                  <a:lnTo>
                    <a:pt x="7083" y="147"/>
                  </a:lnTo>
                  <a:lnTo>
                    <a:pt x="5447" y="1758"/>
                  </a:lnTo>
                  <a:lnTo>
                    <a:pt x="5373" y="1856"/>
                  </a:lnTo>
                  <a:lnTo>
                    <a:pt x="5300" y="1978"/>
                  </a:lnTo>
                  <a:lnTo>
                    <a:pt x="5227" y="2125"/>
                  </a:lnTo>
                  <a:lnTo>
                    <a:pt x="5178" y="2247"/>
                  </a:lnTo>
                  <a:lnTo>
                    <a:pt x="5154" y="2393"/>
                  </a:lnTo>
                  <a:lnTo>
                    <a:pt x="5129" y="2540"/>
                  </a:lnTo>
                  <a:lnTo>
                    <a:pt x="5129" y="2687"/>
                  </a:lnTo>
                  <a:lnTo>
                    <a:pt x="5129" y="2809"/>
                  </a:lnTo>
                  <a:lnTo>
                    <a:pt x="5349" y="3981"/>
                  </a:lnTo>
                  <a:lnTo>
                    <a:pt x="5398" y="4152"/>
                  </a:lnTo>
                  <a:lnTo>
                    <a:pt x="147" y="9403"/>
                  </a:lnTo>
                  <a:lnTo>
                    <a:pt x="74" y="9476"/>
                  </a:lnTo>
                  <a:lnTo>
                    <a:pt x="25" y="9574"/>
                  </a:lnTo>
                  <a:lnTo>
                    <a:pt x="0" y="9672"/>
                  </a:lnTo>
                  <a:lnTo>
                    <a:pt x="0" y="9745"/>
                  </a:lnTo>
                  <a:lnTo>
                    <a:pt x="0" y="9843"/>
                  </a:lnTo>
                  <a:lnTo>
                    <a:pt x="25" y="9940"/>
                  </a:lnTo>
                  <a:lnTo>
                    <a:pt x="74" y="10013"/>
                  </a:lnTo>
                  <a:lnTo>
                    <a:pt x="147" y="10087"/>
                  </a:lnTo>
                  <a:lnTo>
                    <a:pt x="220" y="10160"/>
                  </a:lnTo>
                  <a:lnTo>
                    <a:pt x="293" y="10209"/>
                  </a:lnTo>
                  <a:lnTo>
                    <a:pt x="391" y="10233"/>
                  </a:lnTo>
                  <a:lnTo>
                    <a:pt x="586" y="10233"/>
                  </a:lnTo>
                  <a:lnTo>
                    <a:pt x="660" y="10209"/>
                  </a:lnTo>
                  <a:lnTo>
                    <a:pt x="757" y="10160"/>
                  </a:lnTo>
                  <a:lnTo>
                    <a:pt x="831" y="10087"/>
                  </a:lnTo>
                  <a:lnTo>
                    <a:pt x="6204" y="4738"/>
                  </a:lnTo>
                  <a:lnTo>
                    <a:pt x="7254" y="4909"/>
                  </a:lnTo>
                  <a:lnTo>
                    <a:pt x="7376" y="4933"/>
                  </a:lnTo>
                  <a:lnTo>
                    <a:pt x="7523" y="4933"/>
                  </a:lnTo>
                  <a:lnTo>
                    <a:pt x="7645" y="4909"/>
                  </a:lnTo>
                  <a:lnTo>
                    <a:pt x="7791" y="4860"/>
                  </a:lnTo>
                  <a:lnTo>
                    <a:pt x="7938" y="4811"/>
                  </a:lnTo>
                  <a:lnTo>
                    <a:pt x="8060" y="4763"/>
                  </a:lnTo>
                  <a:lnTo>
                    <a:pt x="8182" y="4689"/>
                  </a:lnTo>
                  <a:lnTo>
                    <a:pt x="8280" y="4592"/>
                  </a:lnTo>
                  <a:lnTo>
                    <a:pt x="9916" y="2955"/>
                  </a:lnTo>
                  <a:lnTo>
                    <a:pt x="9989" y="2882"/>
                  </a:lnTo>
                  <a:lnTo>
                    <a:pt x="10038" y="2784"/>
                  </a:lnTo>
                  <a:lnTo>
                    <a:pt x="10063" y="2711"/>
                  </a:lnTo>
                  <a:lnTo>
                    <a:pt x="10038" y="2613"/>
                  </a:lnTo>
                  <a:lnTo>
                    <a:pt x="10014" y="2564"/>
                  </a:lnTo>
                  <a:lnTo>
                    <a:pt x="9940" y="2491"/>
                  </a:lnTo>
                  <a:lnTo>
                    <a:pt x="9843" y="2442"/>
                  </a:lnTo>
                  <a:lnTo>
                    <a:pt x="9745" y="2418"/>
                  </a:lnTo>
                  <a:lnTo>
                    <a:pt x="8695" y="2223"/>
                  </a:lnTo>
                  <a:lnTo>
                    <a:pt x="9721" y="1197"/>
                  </a:lnTo>
                  <a:lnTo>
                    <a:pt x="9794" y="1123"/>
                  </a:lnTo>
                  <a:lnTo>
                    <a:pt x="9843" y="1026"/>
                  </a:lnTo>
                  <a:lnTo>
                    <a:pt x="9867" y="953"/>
                  </a:lnTo>
                  <a:lnTo>
                    <a:pt x="9867" y="855"/>
                  </a:lnTo>
                  <a:lnTo>
                    <a:pt x="9867" y="757"/>
                  </a:lnTo>
                  <a:lnTo>
                    <a:pt x="9843" y="659"/>
                  </a:lnTo>
                  <a:lnTo>
                    <a:pt x="9794" y="586"/>
                  </a:lnTo>
                  <a:lnTo>
                    <a:pt x="9721" y="513"/>
                  </a:lnTo>
                  <a:lnTo>
                    <a:pt x="9647" y="440"/>
                  </a:lnTo>
                  <a:lnTo>
                    <a:pt x="9574" y="391"/>
                  </a:lnTo>
                  <a:lnTo>
                    <a:pt x="9476" y="366"/>
                  </a:lnTo>
                  <a:lnTo>
                    <a:pt x="9281" y="366"/>
                  </a:lnTo>
                  <a:lnTo>
                    <a:pt x="9208" y="391"/>
                  </a:lnTo>
                  <a:lnTo>
                    <a:pt x="9110" y="440"/>
                  </a:lnTo>
                  <a:lnTo>
                    <a:pt x="9037" y="513"/>
                  </a:lnTo>
                  <a:lnTo>
                    <a:pt x="7889" y="1661"/>
                  </a:lnTo>
                  <a:lnTo>
                    <a:pt x="7840" y="1490"/>
                  </a:lnTo>
                  <a:lnTo>
                    <a:pt x="7620" y="318"/>
                  </a:lnTo>
                  <a:lnTo>
                    <a:pt x="7596" y="195"/>
                  </a:lnTo>
                  <a:lnTo>
                    <a:pt x="7547" y="98"/>
                  </a:lnTo>
                  <a:lnTo>
                    <a:pt x="7498" y="49"/>
                  </a:lnTo>
                  <a:lnTo>
                    <a:pt x="7425" y="0"/>
                  </a:lnTo>
                  <a:close/>
                </a:path>
              </a:pathLst>
            </a:custGeom>
            <a:solidFill>
              <a:srgbClr val="1A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>
            <a:spLocks noGrp="1"/>
          </p:cNvSpPr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¿Cómo obtendrás </a:t>
            </a:r>
            <a:r>
              <a:rPr lang="en">
                <a:solidFill>
                  <a:srgbClr val="1ABC9C"/>
                </a:solidFill>
              </a:rPr>
              <a:t>usuarios</a:t>
            </a:r>
            <a:r>
              <a:rPr lang="en"/>
              <a:t>?</a:t>
            </a:r>
            <a:endParaRPr>
              <a:solidFill>
                <a:srgbClr val="1ABC9C"/>
              </a:solidFill>
            </a:endParaRPr>
          </a:p>
        </p:txBody>
      </p:sp>
      <p:sp>
        <p:nvSpPr>
          <p:cNvPr id="215" name="Google Shape;215;p34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16" name="Google Shape;216;p34"/>
          <p:cNvSpPr/>
          <p:nvPr/>
        </p:nvSpPr>
        <p:spPr>
          <a:xfrm>
            <a:off x="2153463" y="3646713"/>
            <a:ext cx="594300" cy="36900"/>
          </a:xfrm>
          <a:prstGeom prst="roundRect">
            <a:avLst>
              <a:gd name="adj" fmla="val 50000"/>
            </a:avLst>
          </a:prstGeom>
          <a:solidFill>
            <a:srgbClr val="1ABC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17" name="Google Shape;217;p34"/>
          <p:cNvSpPr/>
          <p:nvPr/>
        </p:nvSpPr>
        <p:spPr>
          <a:xfrm>
            <a:off x="987971" y="3092650"/>
            <a:ext cx="857400" cy="857400"/>
          </a:xfrm>
          <a:prstGeom prst="ellipse">
            <a:avLst/>
          </a:prstGeom>
          <a:noFill/>
          <a:ln w="38100" cap="flat" cmpd="sng">
            <a:solidFill>
              <a:srgbClr val="1ABC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18" name="Google Shape;218;p34"/>
          <p:cNvSpPr txBox="1"/>
          <p:nvPr/>
        </p:nvSpPr>
        <p:spPr>
          <a:xfrm>
            <a:off x="1191236" y="3284649"/>
            <a:ext cx="4368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100"/>
              <a:buNone/>
            </a:pPr>
            <a:r>
              <a:rPr lang="en" sz="1800" b="1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sz="1800" b="1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9" name="Google Shape;219;p34"/>
          <p:cNvSpPr txBox="1"/>
          <p:nvPr/>
        </p:nvSpPr>
        <p:spPr>
          <a:xfrm>
            <a:off x="555086" y="4251725"/>
            <a:ext cx="1709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Publicidad en Redes</a:t>
            </a:r>
            <a:endParaRPr sz="1600" dirty="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220" name="Google Shape;220;p34"/>
          <p:cNvSpPr/>
          <p:nvPr/>
        </p:nvSpPr>
        <p:spPr>
          <a:xfrm>
            <a:off x="3122681" y="3092650"/>
            <a:ext cx="857400" cy="857400"/>
          </a:xfrm>
          <a:prstGeom prst="ellipse">
            <a:avLst/>
          </a:prstGeom>
          <a:noFill/>
          <a:ln w="38100" cap="flat" cmpd="sng">
            <a:solidFill>
              <a:srgbClr val="1ABC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21" name="Google Shape;221;p34"/>
          <p:cNvSpPr txBox="1"/>
          <p:nvPr/>
        </p:nvSpPr>
        <p:spPr>
          <a:xfrm>
            <a:off x="2696826" y="4255532"/>
            <a:ext cx="1709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Asociación con Cines</a:t>
            </a:r>
            <a:endParaRPr sz="1600" dirty="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222" name="Google Shape;222;p34"/>
          <p:cNvSpPr txBox="1"/>
          <p:nvPr/>
        </p:nvSpPr>
        <p:spPr>
          <a:xfrm>
            <a:off x="3254226" y="3284650"/>
            <a:ext cx="5943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100"/>
              <a:buNone/>
            </a:pPr>
            <a:r>
              <a:rPr lang="en" sz="1800" b="1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  <a:endParaRPr sz="1800" b="1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3" name="Google Shape;223;p34"/>
          <p:cNvSpPr/>
          <p:nvPr/>
        </p:nvSpPr>
        <p:spPr>
          <a:xfrm>
            <a:off x="5199667" y="3092650"/>
            <a:ext cx="857400" cy="857400"/>
          </a:xfrm>
          <a:prstGeom prst="ellipse">
            <a:avLst/>
          </a:prstGeom>
          <a:noFill/>
          <a:ln w="38100" cap="flat" cmpd="sng">
            <a:solidFill>
              <a:srgbClr val="1ABC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24" name="Google Shape;224;p34"/>
          <p:cNvSpPr txBox="1"/>
          <p:nvPr/>
        </p:nvSpPr>
        <p:spPr>
          <a:xfrm>
            <a:off x="4773817" y="4201744"/>
            <a:ext cx="1709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“Boca en 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Boca”</a:t>
            </a:r>
            <a:endParaRPr sz="1600" dirty="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225" name="Google Shape;225;p34"/>
          <p:cNvSpPr txBox="1"/>
          <p:nvPr/>
        </p:nvSpPr>
        <p:spPr>
          <a:xfrm>
            <a:off x="5416108" y="3284649"/>
            <a:ext cx="4368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100"/>
              <a:buNone/>
            </a:pPr>
            <a:r>
              <a:rPr lang="en" sz="1800" b="1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  <a:endParaRPr sz="1800" b="1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6" name="Google Shape;226;p34"/>
          <p:cNvSpPr/>
          <p:nvPr/>
        </p:nvSpPr>
        <p:spPr>
          <a:xfrm>
            <a:off x="7288948" y="3092650"/>
            <a:ext cx="857400" cy="857400"/>
          </a:xfrm>
          <a:prstGeom prst="ellipse">
            <a:avLst/>
          </a:prstGeom>
          <a:noFill/>
          <a:ln w="38100" cap="flat" cmpd="sng">
            <a:solidFill>
              <a:srgbClr val="1ABC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27" name="Google Shape;227;p34"/>
          <p:cNvSpPr txBox="1"/>
          <p:nvPr/>
        </p:nvSpPr>
        <p:spPr>
          <a:xfrm>
            <a:off x="6850808" y="4184083"/>
            <a:ext cx="1709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Versiones de Prueba</a:t>
            </a:r>
            <a:endParaRPr sz="1600" dirty="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228" name="Google Shape;228;p34"/>
          <p:cNvSpPr txBox="1"/>
          <p:nvPr/>
        </p:nvSpPr>
        <p:spPr>
          <a:xfrm>
            <a:off x="7499261" y="3284649"/>
            <a:ext cx="4368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100"/>
              <a:buNone/>
            </a:pPr>
            <a:r>
              <a:rPr lang="en" sz="1800" b="1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  <a:endParaRPr sz="1800" b="1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9" name="Google Shape;229;p34"/>
          <p:cNvSpPr/>
          <p:nvPr/>
        </p:nvSpPr>
        <p:spPr>
          <a:xfrm>
            <a:off x="4325675" y="3646713"/>
            <a:ext cx="594300" cy="36900"/>
          </a:xfrm>
          <a:prstGeom prst="roundRect">
            <a:avLst>
              <a:gd name="adj" fmla="val 50000"/>
            </a:avLst>
          </a:prstGeom>
          <a:solidFill>
            <a:srgbClr val="1ABC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30" name="Google Shape;230;p34"/>
          <p:cNvSpPr/>
          <p:nvPr/>
        </p:nvSpPr>
        <p:spPr>
          <a:xfrm>
            <a:off x="6407650" y="3646713"/>
            <a:ext cx="594300" cy="36900"/>
          </a:xfrm>
          <a:prstGeom prst="roundRect">
            <a:avLst>
              <a:gd name="adj" fmla="val 50000"/>
            </a:avLst>
          </a:prstGeom>
          <a:solidFill>
            <a:srgbClr val="1ABC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grpSp>
        <p:nvGrpSpPr>
          <p:cNvPr id="231" name="Google Shape;231;p34"/>
          <p:cNvGrpSpPr/>
          <p:nvPr/>
        </p:nvGrpSpPr>
        <p:grpSpPr>
          <a:xfrm>
            <a:off x="8056341" y="328340"/>
            <a:ext cx="793827" cy="724368"/>
            <a:chOff x="6625350" y="1613750"/>
            <a:chExt cx="480525" cy="438400"/>
          </a:xfrm>
        </p:grpSpPr>
        <p:sp>
          <p:nvSpPr>
            <p:cNvPr id="232" name="Google Shape;232;p34"/>
            <p:cNvSpPr/>
            <p:nvPr/>
          </p:nvSpPr>
          <p:spPr>
            <a:xfrm>
              <a:off x="6670525" y="1887275"/>
              <a:ext cx="117875" cy="164875"/>
            </a:xfrm>
            <a:custGeom>
              <a:avLst/>
              <a:gdLst/>
              <a:ahLst/>
              <a:cxnLst/>
              <a:rect l="l" t="t" r="r" b="b"/>
              <a:pathLst>
                <a:path w="4715" h="6595" extrusionOk="0">
                  <a:moveTo>
                    <a:pt x="0" y="1"/>
                  </a:moveTo>
                  <a:lnTo>
                    <a:pt x="538" y="6058"/>
                  </a:lnTo>
                  <a:lnTo>
                    <a:pt x="562" y="6180"/>
                  </a:lnTo>
                  <a:lnTo>
                    <a:pt x="587" y="6277"/>
                  </a:lnTo>
                  <a:lnTo>
                    <a:pt x="660" y="6351"/>
                  </a:lnTo>
                  <a:lnTo>
                    <a:pt x="733" y="6448"/>
                  </a:lnTo>
                  <a:lnTo>
                    <a:pt x="806" y="6497"/>
                  </a:lnTo>
                  <a:lnTo>
                    <a:pt x="904" y="6546"/>
                  </a:lnTo>
                  <a:lnTo>
                    <a:pt x="1002" y="6571"/>
                  </a:lnTo>
                  <a:lnTo>
                    <a:pt x="1124" y="6595"/>
                  </a:lnTo>
                  <a:lnTo>
                    <a:pt x="4128" y="6595"/>
                  </a:lnTo>
                  <a:lnTo>
                    <a:pt x="4274" y="6571"/>
                  </a:lnTo>
                  <a:lnTo>
                    <a:pt x="4397" y="6522"/>
                  </a:lnTo>
                  <a:lnTo>
                    <a:pt x="4494" y="6473"/>
                  </a:lnTo>
                  <a:lnTo>
                    <a:pt x="4592" y="6375"/>
                  </a:lnTo>
                  <a:lnTo>
                    <a:pt x="4665" y="6253"/>
                  </a:lnTo>
                  <a:lnTo>
                    <a:pt x="4714" y="6155"/>
                  </a:lnTo>
                  <a:lnTo>
                    <a:pt x="4714" y="6009"/>
                  </a:lnTo>
                  <a:lnTo>
                    <a:pt x="4714" y="5887"/>
                  </a:lnTo>
                  <a:lnTo>
                    <a:pt x="3713" y="123"/>
                  </a:lnTo>
                  <a:lnTo>
                    <a:pt x="2589" y="50"/>
                  </a:lnTo>
                  <a:lnTo>
                    <a:pt x="1637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A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34"/>
            <p:cNvSpPr/>
            <p:nvPr/>
          </p:nvSpPr>
          <p:spPr>
            <a:xfrm>
              <a:off x="7075950" y="1754175"/>
              <a:ext cx="29925" cy="99550"/>
            </a:xfrm>
            <a:custGeom>
              <a:avLst/>
              <a:gdLst/>
              <a:ahLst/>
              <a:cxnLst/>
              <a:rect l="l" t="t" r="r" b="b"/>
              <a:pathLst>
                <a:path w="1197" h="3982" extrusionOk="0">
                  <a:moveTo>
                    <a:pt x="0" y="1"/>
                  </a:moveTo>
                  <a:lnTo>
                    <a:pt x="0" y="3981"/>
                  </a:lnTo>
                  <a:lnTo>
                    <a:pt x="269" y="3811"/>
                  </a:lnTo>
                  <a:lnTo>
                    <a:pt x="489" y="3615"/>
                  </a:lnTo>
                  <a:lnTo>
                    <a:pt x="684" y="3420"/>
                  </a:lnTo>
                  <a:lnTo>
                    <a:pt x="855" y="3176"/>
                  </a:lnTo>
                  <a:lnTo>
                    <a:pt x="1002" y="2907"/>
                  </a:lnTo>
                  <a:lnTo>
                    <a:pt x="1099" y="2614"/>
                  </a:lnTo>
                  <a:lnTo>
                    <a:pt x="1173" y="2296"/>
                  </a:lnTo>
                  <a:lnTo>
                    <a:pt x="1197" y="1979"/>
                  </a:lnTo>
                  <a:lnTo>
                    <a:pt x="1173" y="1661"/>
                  </a:lnTo>
                  <a:lnTo>
                    <a:pt x="1099" y="1368"/>
                  </a:lnTo>
                  <a:lnTo>
                    <a:pt x="1002" y="1075"/>
                  </a:lnTo>
                  <a:lnTo>
                    <a:pt x="855" y="806"/>
                  </a:lnTo>
                  <a:lnTo>
                    <a:pt x="684" y="562"/>
                  </a:lnTo>
                  <a:lnTo>
                    <a:pt x="489" y="342"/>
                  </a:lnTo>
                  <a:lnTo>
                    <a:pt x="269" y="17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A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34"/>
            <p:cNvSpPr/>
            <p:nvPr/>
          </p:nvSpPr>
          <p:spPr>
            <a:xfrm>
              <a:off x="6625350" y="1729750"/>
              <a:ext cx="97700" cy="147175"/>
            </a:xfrm>
            <a:custGeom>
              <a:avLst/>
              <a:gdLst/>
              <a:ahLst/>
              <a:cxnLst/>
              <a:rect l="l" t="t" r="r" b="b"/>
              <a:pathLst>
                <a:path w="3908" h="5887" extrusionOk="0">
                  <a:moveTo>
                    <a:pt x="3908" y="1"/>
                  </a:moveTo>
                  <a:lnTo>
                    <a:pt x="2711" y="25"/>
                  </a:lnTo>
                  <a:lnTo>
                    <a:pt x="1759" y="25"/>
                  </a:lnTo>
                  <a:lnTo>
                    <a:pt x="1588" y="49"/>
                  </a:lnTo>
                  <a:lnTo>
                    <a:pt x="1417" y="74"/>
                  </a:lnTo>
                  <a:lnTo>
                    <a:pt x="1246" y="123"/>
                  </a:lnTo>
                  <a:lnTo>
                    <a:pt x="1099" y="172"/>
                  </a:lnTo>
                  <a:lnTo>
                    <a:pt x="953" y="245"/>
                  </a:lnTo>
                  <a:lnTo>
                    <a:pt x="806" y="343"/>
                  </a:lnTo>
                  <a:lnTo>
                    <a:pt x="660" y="440"/>
                  </a:lnTo>
                  <a:lnTo>
                    <a:pt x="537" y="562"/>
                  </a:lnTo>
                  <a:lnTo>
                    <a:pt x="415" y="684"/>
                  </a:lnTo>
                  <a:lnTo>
                    <a:pt x="318" y="831"/>
                  </a:lnTo>
                  <a:lnTo>
                    <a:pt x="220" y="978"/>
                  </a:lnTo>
                  <a:lnTo>
                    <a:pt x="147" y="1124"/>
                  </a:lnTo>
                  <a:lnTo>
                    <a:pt x="73" y="1295"/>
                  </a:lnTo>
                  <a:lnTo>
                    <a:pt x="49" y="1442"/>
                  </a:lnTo>
                  <a:lnTo>
                    <a:pt x="0" y="1613"/>
                  </a:lnTo>
                  <a:lnTo>
                    <a:pt x="0" y="1783"/>
                  </a:lnTo>
                  <a:lnTo>
                    <a:pt x="0" y="4128"/>
                  </a:lnTo>
                  <a:lnTo>
                    <a:pt x="0" y="4299"/>
                  </a:lnTo>
                  <a:lnTo>
                    <a:pt x="49" y="4446"/>
                  </a:lnTo>
                  <a:lnTo>
                    <a:pt x="73" y="4617"/>
                  </a:lnTo>
                  <a:lnTo>
                    <a:pt x="147" y="4763"/>
                  </a:lnTo>
                  <a:lnTo>
                    <a:pt x="220" y="4934"/>
                  </a:lnTo>
                  <a:lnTo>
                    <a:pt x="318" y="5081"/>
                  </a:lnTo>
                  <a:lnTo>
                    <a:pt x="415" y="5203"/>
                  </a:lnTo>
                  <a:lnTo>
                    <a:pt x="537" y="5325"/>
                  </a:lnTo>
                  <a:lnTo>
                    <a:pt x="660" y="5447"/>
                  </a:lnTo>
                  <a:lnTo>
                    <a:pt x="806" y="5545"/>
                  </a:lnTo>
                  <a:lnTo>
                    <a:pt x="953" y="5642"/>
                  </a:lnTo>
                  <a:lnTo>
                    <a:pt x="1099" y="5716"/>
                  </a:lnTo>
                  <a:lnTo>
                    <a:pt x="1246" y="5789"/>
                  </a:lnTo>
                  <a:lnTo>
                    <a:pt x="1417" y="5838"/>
                  </a:lnTo>
                  <a:lnTo>
                    <a:pt x="1588" y="5862"/>
                  </a:lnTo>
                  <a:lnTo>
                    <a:pt x="1759" y="5862"/>
                  </a:lnTo>
                  <a:lnTo>
                    <a:pt x="2711" y="5887"/>
                  </a:lnTo>
                  <a:lnTo>
                    <a:pt x="3908" y="5887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rgbClr val="1A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34"/>
            <p:cNvSpPr/>
            <p:nvPr/>
          </p:nvSpPr>
          <p:spPr>
            <a:xfrm>
              <a:off x="6736475" y="1638175"/>
              <a:ext cx="279650" cy="330325"/>
            </a:xfrm>
            <a:custGeom>
              <a:avLst/>
              <a:gdLst/>
              <a:ahLst/>
              <a:cxnLst/>
              <a:rect l="l" t="t" r="r" b="b"/>
              <a:pathLst>
                <a:path w="11186" h="13213" extrusionOk="0">
                  <a:moveTo>
                    <a:pt x="11186" y="0"/>
                  </a:moveTo>
                  <a:lnTo>
                    <a:pt x="10771" y="342"/>
                  </a:lnTo>
                  <a:lnTo>
                    <a:pt x="10380" y="635"/>
                  </a:lnTo>
                  <a:lnTo>
                    <a:pt x="9940" y="904"/>
                  </a:lnTo>
                  <a:lnTo>
                    <a:pt x="9525" y="1172"/>
                  </a:lnTo>
                  <a:lnTo>
                    <a:pt x="9110" y="1417"/>
                  </a:lnTo>
                  <a:lnTo>
                    <a:pt x="8695" y="1661"/>
                  </a:lnTo>
                  <a:lnTo>
                    <a:pt x="7840" y="2052"/>
                  </a:lnTo>
                  <a:lnTo>
                    <a:pt x="7034" y="2418"/>
                  </a:lnTo>
                  <a:lnTo>
                    <a:pt x="6228" y="2687"/>
                  </a:lnTo>
                  <a:lnTo>
                    <a:pt x="5471" y="2931"/>
                  </a:lnTo>
                  <a:lnTo>
                    <a:pt x="4763" y="3126"/>
                  </a:lnTo>
                  <a:lnTo>
                    <a:pt x="4225" y="3248"/>
                  </a:lnTo>
                  <a:lnTo>
                    <a:pt x="3664" y="3346"/>
                  </a:lnTo>
                  <a:lnTo>
                    <a:pt x="3077" y="3419"/>
                  </a:lnTo>
                  <a:lnTo>
                    <a:pt x="2467" y="3493"/>
                  </a:lnTo>
                  <a:lnTo>
                    <a:pt x="1221" y="3590"/>
                  </a:lnTo>
                  <a:lnTo>
                    <a:pt x="0" y="3664"/>
                  </a:lnTo>
                  <a:lnTo>
                    <a:pt x="0" y="9574"/>
                  </a:lnTo>
                  <a:lnTo>
                    <a:pt x="1221" y="9623"/>
                  </a:lnTo>
                  <a:lnTo>
                    <a:pt x="2467" y="9721"/>
                  </a:lnTo>
                  <a:lnTo>
                    <a:pt x="3077" y="9794"/>
                  </a:lnTo>
                  <a:lnTo>
                    <a:pt x="3664" y="9891"/>
                  </a:lnTo>
                  <a:lnTo>
                    <a:pt x="4225" y="9989"/>
                  </a:lnTo>
                  <a:lnTo>
                    <a:pt x="4763" y="10111"/>
                  </a:lnTo>
                  <a:lnTo>
                    <a:pt x="5471" y="10307"/>
                  </a:lnTo>
                  <a:lnTo>
                    <a:pt x="6228" y="10526"/>
                  </a:lnTo>
                  <a:lnTo>
                    <a:pt x="7034" y="10820"/>
                  </a:lnTo>
                  <a:lnTo>
                    <a:pt x="7840" y="11161"/>
                  </a:lnTo>
                  <a:lnTo>
                    <a:pt x="8695" y="11577"/>
                  </a:lnTo>
                  <a:lnTo>
                    <a:pt x="9110" y="11796"/>
                  </a:lnTo>
                  <a:lnTo>
                    <a:pt x="9525" y="12041"/>
                  </a:lnTo>
                  <a:lnTo>
                    <a:pt x="9940" y="12309"/>
                  </a:lnTo>
                  <a:lnTo>
                    <a:pt x="10380" y="12602"/>
                  </a:lnTo>
                  <a:lnTo>
                    <a:pt x="10771" y="12896"/>
                  </a:lnTo>
                  <a:lnTo>
                    <a:pt x="11186" y="13213"/>
                  </a:lnTo>
                  <a:lnTo>
                    <a:pt x="11186" y="0"/>
                  </a:lnTo>
                  <a:close/>
                </a:path>
              </a:pathLst>
            </a:custGeom>
            <a:solidFill>
              <a:srgbClr val="1A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34"/>
            <p:cNvSpPr/>
            <p:nvPr/>
          </p:nvSpPr>
          <p:spPr>
            <a:xfrm>
              <a:off x="7029550" y="1613750"/>
              <a:ext cx="34200" cy="379800"/>
            </a:xfrm>
            <a:custGeom>
              <a:avLst/>
              <a:gdLst/>
              <a:ahLst/>
              <a:cxnLst/>
              <a:rect l="l" t="t" r="r" b="b"/>
              <a:pathLst>
                <a:path w="1368" h="15192" extrusionOk="0">
                  <a:moveTo>
                    <a:pt x="684" y="0"/>
                  </a:moveTo>
                  <a:lnTo>
                    <a:pt x="562" y="25"/>
                  </a:lnTo>
                  <a:lnTo>
                    <a:pt x="464" y="98"/>
                  </a:lnTo>
                  <a:lnTo>
                    <a:pt x="366" y="171"/>
                  </a:lnTo>
                  <a:lnTo>
                    <a:pt x="0" y="513"/>
                  </a:lnTo>
                  <a:lnTo>
                    <a:pt x="0" y="14654"/>
                  </a:lnTo>
                  <a:lnTo>
                    <a:pt x="366" y="15020"/>
                  </a:lnTo>
                  <a:lnTo>
                    <a:pt x="464" y="15094"/>
                  </a:lnTo>
                  <a:lnTo>
                    <a:pt x="562" y="15143"/>
                  </a:lnTo>
                  <a:lnTo>
                    <a:pt x="684" y="15191"/>
                  </a:lnTo>
                  <a:lnTo>
                    <a:pt x="904" y="15191"/>
                  </a:lnTo>
                  <a:lnTo>
                    <a:pt x="1001" y="15143"/>
                  </a:lnTo>
                  <a:lnTo>
                    <a:pt x="1148" y="15045"/>
                  </a:lnTo>
                  <a:lnTo>
                    <a:pt x="1270" y="14923"/>
                  </a:lnTo>
                  <a:lnTo>
                    <a:pt x="1343" y="14776"/>
                  </a:lnTo>
                  <a:lnTo>
                    <a:pt x="1368" y="14605"/>
                  </a:lnTo>
                  <a:lnTo>
                    <a:pt x="1368" y="586"/>
                  </a:lnTo>
                  <a:lnTo>
                    <a:pt x="1343" y="415"/>
                  </a:lnTo>
                  <a:lnTo>
                    <a:pt x="1270" y="244"/>
                  </a:lnTo>
                  <a:lnTo>
                    <a:pt x="1148" y="122"/>
                  </a:lnTo>
                  <a:lnTo>
                    <a:pt x="1001" y="25"/>
                  </a:lnTo>
                  <a:lnTo>
                    <a:pt x="904" y="0"/>
                  </a:lnTo>
                  <a:close/>
                </a:path>
              </a:pathLst>
            </a:custGeom>
            <a:solidFill>
              <a:srgbClr val="1A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5"/>
          <p:cNvSpPr txBox="1">
            <a:spLocks noGrp="1"/>
          </p:cNvSpPr>
          <p:nvPr>
            <p:ph type="ctrTitle" idx="4294967295"/>
          </p:nvPr>
        </p:nvSpPr>
        <p:spPr>
          <a:xfrm>
            <a:off x="972175" y="648000"/>
            <a:ext cx="7199700" cy="8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rgbClr val="FFFFFF"/>
                </a:solidFill>
              </a:rPr>
              <a:t>$5,000.00</a:t>
            </a:r>
            <a:br>
              <a:rPr lang="en" sz="4800" dirty="0">
                <a:solidFill>
                  <a:srgbClr val="FFFFFF"/>
                </a:solidFill>
              </a:rPr>
            </a:br>
            <a:endParaRPr sz="4800" dirty="0">
              <a:solidFill>
                <a:srgbClr val="FFFFFF"/>
              </a:solidFill>
            </a:endParaRPr>
          </a:p>
        </p:txBody>
      </p:sp>
      <p:sp>
        <p:nvSpPr>
          <p:cNvPr id="242" name="Google Shape;242;p35"/>
          <p:cNvSpPr txBox="1">
            <a:spLocks noGrp="1"/>
          </p:cNvSpPr>
          <p:nvPr>
            <p:ph type="subTitle" idx="4294967295"/>
          </p:nvPr>
        </p:nvSpPr>
        <p:spPr>
          <a:xfrm>
            <a:off x="972175" y="1258908"/>
            <a:ext cx="7199700" cy="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dirty="0"/>
              <a:t>Ingresos en 6 Meses</a:t>
            </a:r>
            <a:endParaRPr sz="2400" dirty="0"/>
          </a:p>
        </p:txBody>
      </p:sp>
      <p:sp>
        <p:nvSpPr>
          <p:cNvPr id="243" name="Google Shape;243;p35"/>
          <p:cNvSpPr txBox="1">
            <a:spLocks noGrp="1"/>
          </p:cNvSpPr>
          <p:nvPr>
            <p:ph type="ctrTitle" idx="4294967295"/>
          </p:nvPr>
        </p:nvSpPr>
        <p:spPr>
          <a:xfrm>
            <a:off x="972125" y="3600600"/>
            <a:ext cx="7199700" cy="8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FFFFFF"/>
                </a:solidFill>
              </a:rPr>
              <a:t>8 de cada 10 personas dan click en publicidad</a:t>
            </a:r>
            <a:endParaRPr sz="2400" dirty="0">
              <a:solidFill>
                <a:srgbClr val="FFFFFF"/>
              </a:solidFill>
            </a:endParaRPr>
          </a:p>
        </p:txBody>
      </p:sp>
      <p:sp>
        <p:nvSpPr>
          <p:cNvPr id="244" name="Google Shape;244;p35"/>
          <p:cNvSpPr txBox="1">
            <a:spLocks noGrp="1"/>
          </p:cNvSpPr>
          <p:nvPr>
            <p:ph type="subTitle" idx="4294967295"/>
          </p:nvPr>
        </p:nvSpPr>
        <p:spPr>
          <a:xfrm>
            <a:off x="972175" y="3887801"/>
            <a:ext cx="7199700" cy="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Captación</a:t>
            </a:r>
            <a:endParaRPr sz="2400" dirty="0"/>
          </a:p>
        </p:txBody>
      </p:sp>
      <p:sp>
        <p:nvSpPr>
          <p:cNvPr id="245" name="Google Shape;245;p35"/>
          <p:cNvSpPr txBox="1">
            <a:spLocks noGrp="1"/>
          </p:cNvSpPr>
          <p:nvPr>
            <p:ph type="ctrTitle" idx="4294967295"/>
          </p:nvPr>
        </p:nvSpPr>
        <p:spPr>
          <a:xfrm>
            <a:off x="972175" y="1962447"/>
            <a:ext cx="7199700" cy="8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rgbClr val="FFFFFF"/>
                </a:solidFill>
              </a:rPr>
              <a:t>300,000 usuarios</a:t>
            </a:r>
            <a:endParaRPr sz="4800" dirty="0">
              <a:solidFill>
                <a:srgbClr val="FFFFFF"/>
              </a:solidFill>
            </a:endParaRPr>
          </a:p>
        </p:txBody>
      </p:sp>
      <p:sp>
        <p:nvSpPr>
          <p:cNvPr id="246" name="Google Shape;246;p35"/>
          <p:cNvSpPr txBox="1">
            <a:spLocks noGrp="1"/>
          </p:cNvSpPr>
          <p:nvPr>
            <p:ph type="subTitle" idx="4294967295"/>
          </p:nvPr>
        </p:nvSpPr>
        <p:spPr>
          <a:xfrm>
            <a:off x="972175" y="2573355"/>
            <a:ext cx="7199700" cy="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2"/>
                </a:solidFill>
              </a:rPr>
              <a:t>Usuarios por interacción</a:t>
            </a:r>
            <a:endParaRPr sz="2400" dirty="0"/>
          </a:p>
        </p:txBody>
      </p:sp>
      <p:sp>
        <p:nvSpPr>
          <p:cNvPr id="247" name="Google Shape;247;p35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grpSp>
        <p:nvGrpSpPr>
          <p:cNvPr id="248" name="Google Shape;248;p35"/>
          <p:cNvGrpSpPr/>
          <p:nvPr/>
        </p:nvGrpSpPr>
        <p:grpSpPr>
          <a:xfrm>
            <a:off x="8171867" y="263233"/>
            <a:ext cx="705414" cy="919458"/>
            <a:chOff x="2624850" y="4296000"/>
            <a:chExt cx="380400" cy="495825"/>
          </a:xfrm>
        </p:grpSpPr>
        <p:sp>
          <p:nvSpPr>
            <p:cNvPr id="249" name="Google Shape;249;p35"/>
            <p:cNvSpPr/>
            <p:nvPr/>
          </p:nvSpPr>
          <p:spPr>
            <a:xfrm>
              <a:off x="2845875" y="4296000"/>
              <a:ext cx="126425" cy="125800"/>
            </a:xfrm>
            <a:custGeom>
              <a:avLst/>
              <a:gdLst/>
              <a:ahLst/>
              <a:cxnLst/>
              <a:rect l="l" t="t" r="r" b="b"/>
              <a:pathLst>
                <a:path w="5057" h="5032" extrusionOk="0">
                  <a:moveTo>
                    <a:pt x="4812" y="1"/>
                  </a:moveTo>
                  <a:lnTo>
                    <a:pt x="4372" y="74"/>
                  </a:lnTo>
                  <a:lnTo>
                    <a:pt x="3762" y="196"/>
                  </a:lnTo>
                  <a:lnTo>
                    <a:pt x="3053" y="392"/>
                  </a:lnTo>
                  <a:lnTo>
                    <a:pt x="2321" y="636"/>
                  </a:lnTo>
                  <a:lnTo>
                    <a:pt x="1612" y="929"/>
                  </a:lnTo>
                  <a:lnTo>
                    <a:pt x="1295" y="1075"/>
                  </a:lnTo>
                  <a:lnTo>
                    <a:pt x="1026" y="1222"/>
                  </a:lnTo>
                  <a:lnTo>
                    <a:pt x="782" y="1368"/>
                  </a:lnTo>
                  <a:lnTo>
                    <a:pt x="611" y="1515"/>
                  </a:lnTo>
                  <a:lnTo>
                    <a:pt x="489" y="1662"/>
                  </a:lnTo>
                  <a:lnTo>
                    <a:pt x="367" y="1808"/>
                  </a:lnTo>
                  <a:lnTo>
                    <a:pt x="269" y="1979"/>
                  </a:lnTo>
                  <a:lnTo>
                    <a:pt x="172" y="2150"/>
                  </a:lnTo>
                  <a:lnTo>
                    <a:pt x="123" y="2321"/>
                  </a:lnTo>
                  <a:lnTo>
                    <a:pt x="74" y="2492"/>
                  </a:lnTo>
                  <a:lnTo>
                    <a:pt x="25" y="2687"/>
                  </a:lnTo>
                  <a:lnTo>
                    <a:pt x="1" y="2858"/>
                  </a:lnTo>
                  <a:lnTo>
                    <a:pt x="1" y="3054"/>
                  </a:lnTo>
                  <a:lnTo>
                    <a:pt x="25" y="3225"/>
                  </a:lnTo>
                  <a:lnTo>
                    <a:pt x="49" y="3420"/>
                  </a:lnTo>
                  <a:lnTo>
                    <a:pt x="98" y="3591"/>
                  </a:lnTo>
                  <a:lnTo>
                    <a:pt x="172" y="3762"/>
                  </a:lnTo>
                  <a:lnTo>
                    <a:pt x="245" y="3933"/>
                  </a:lnTo>
                  <a:lnTo>
                    <a:pt x="342" y="4104"/>
                  </a:lnTo>
                  <a:lnTo>
                    <a:pt x="440" y="4250"/>
                  </a:lnTo>
                  <a:lnTo>
                    <a:pt x="2638" y="2052"/>
                  </a:lnTo>
                  <a:lnTo>
                    <a:pt x="2736" y="2003"/>
                  </a:lnTo>
                  <a:lnTo>
                    <a:pt x="2809" y="1979"/>
                  </a:lnTo>
                  <a:lnTo>
                    <a:pt x="2907" y="2003"/>
                  </a:lnTo>
                  <a:lnTo>
                    <a:pt x="2980" y="2052"/>
                  </a:lnTo>
                  <a:lnTo>
                    <a:pt x="3029" y="2126"/>
                  </a:lnTo>
                  <a:lnTo>
                    <a:pt x="3053" y="2223"/>
                  </a:lnTo>
                  <a:lnTo>
                    <a:pt x="3029" y="2321"/>
                  </a:lnTo>
                  <a:lnTo>
                    <a:pt x="2980" y="2394"/>
                  </a:lnTo>
                  <a:lnTo>
                    <a:pt x="782" y="4592"/>
                  </a:lnTo>
                  <a:lnTo>
                    <a:pt x="953" y="4690"/>
                  </a:lnTo>
                  <a:lnTo>
                    <a:pt x="1100" y="4788"/>
                  </a:lnTo>
                  <a:lnTo>
                    <a:pt x="1271" y="4885"/>
                  </a:lnTo>
                  <a:lnTo>
                    <a:pt x="1466" y="4934"/>
                  </a:lnTo>
                  <a:lnTo>
                    <a:pt x="1637" y="4983"/>
                  </a:lnTo>
                  <a:lnTo>
                    <a:pt x="1808" y="5008"/>
                  </a:lnTo>
                  <a:lnTo>
                    <a:pt x="2003" y="5032"/>
                  </a:lnTo>
                  <a:lnTo>
                    <a:pt x="2174" y="5032"/>
                  </a:lnTo>
                  <a:lnTo>
                    <a:pt x="2370" y="5008"/>
                  </a:lnTo>
                  <a:lnTo>
                    <a:pt x="2541" y="4983"/>
                  </a:lnTo>
                  <a:lnTo>
                    <a:pt x="2712" y="4934"/>
                  </a:lnTo>
                  <a:lnTo>
                    <a:pt x="2907" y="4861"/>
                  </a:lnTo>
                  <a:lnTo>
                    <a:pt x="3053" y="4788"/>
                  </a:lnTo>
                  <a:lnTo>
                    <a:pt x="3224" y="4690"/>
                  </a:lnTo>
                  <a:lnTo>
                    <a:pt x="3371" y="4568"/>
                  </a:lnTo>
                  <a:lnTo>
                    <a:pt x="3517" y="4421"/>
                  </a:lnTo>
                  <a:lnTo>
                    <a:pt x="3664" y="4250"/>
                  </a:lnTo>
                  <a:lnTo>
                    <a:pt x="3835" y="4006"/>
                  </a:lnTo>
                  <a:lnTo>
                    <a:pt x="3981" y="3738"/>
                  </a:lnTo>
                  <a:lnTo>
                    <a:pt x="4128" y="3420"/>
                  </a:lnTo>
                  <a:lnTo>
                    <a:pt x="4397" y="2736"/>
                  </a:lnTo>
                  <a:lnTo>
                    <a:pt x="4641" y="1979"/>
                  </a:lnTo>
                  <a:lnTo>
                    <a:pt x="4836" y="1271"/>
                  </a:lnTo>
                  <a:lnTo>
                    <a:pt x="4983" y="660"/>
                  </a:lnTo>
                  <a:lnTo>
                    <a:pt x="5032" y="221"/>
                  </a:lnTo>
                  <a:lnTo>
                    <a:pt x="5056" y="98"/>
                  </a:lnTo>
                  <a:lnTo>
                    <a:pt x="5032" y="25"/>
                  </a:lnTo>
                  <a:lnTo>
                    <a:pt x="49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5"/>
            <p:cNvSpPr/>
            <p:nvPr/>
          </p:nvSpPr>
          <p:spPr>
            <a:xfrm>
              <a:off x="2635850" y="4316150"/>
              <a:ext cx="369400" cy="475675"/>
            </a:xfrm>
            <a:custGeom>
              <a:avLst/>
              <a:gdLst/>
              <a:ahLst/>
              <a:cxnLst/>
              <a:rect l="l" t="t" r="r" b="b"/>
              <a:pathLst>
                <a:path w="14776" h="19027" extrusionOk="0">
                  <a:moveTo>
                    <a:pt x="7400" y="1"/>
                  </a:moveTo>
                  <a:lnTo>
                    <a:pt x="7254" y="25"/>
                  </a:lnTo>
                  <a:lnTo>
                    <a:pt x="7132" y="50"/>
                  </a:lnTo>
                  <a:lnTo>
                    <a:pt x="7034" y="123"/>
                  </a:lnTo>
                  <a:lnTo>
                    <a:pt x="6936" y="196"/>
                  </a:lnTo>
                  <a:lnTo>
                    <a:pt x="6863" y="294"/>
                  </a:lnTo>
                  <a:lnTo>
                    <a:pt x="6790" y="392"/>
                  </a:lnTo>
                  <a:lnTo>
                    <a:pt x="6765" y="514"/>
                  </a:lnTo>
                  <a:lnTo>
                    <a:pt x="6741" y="636"/>
                  </a:lnTo>
                  <a:lnTo>
                    <a:pt x="6741" y="4226"/>
                  </a:lnTo>
                  <a:lnTo>
                    <a:pt x="6887" y="4592"/>
                  </a:lnTo>
                  <a:lnTo>
                    <a:pt x="7009" y="4959"/>
                  </a:lnTo>
                  <a:lnTo>
                    <a:pt x="7058" y="5325"/>
                  </a:lnTo>
                  <a:lnTo>
                    <a:pt x="7083" y="5716"/>
                  </a:lnTo>
                  <a:lnTo>
                    <a:pt x="7058" y="6107"/>
                  </a:lnTo>
                  <a:lnTo>
                    <a:pt x="7009" y="6473"/>
                  </a:lnTo>
                  <a:lnTo>
                    <a:pt x="6887" y="6864"/>
                  </a:lnTo>
                  <a:lnTo>
                    <a:pt x="6741" y="7230"/>
                  </a:lnTo>
                  <a:lnTo>
                    <a:pt x="6741" y="13629"/>
                  </a:lnTo>
                  <a:lnTo>
                    <a:pt x="6203" y="13678"/>
                  </a:lnTo>
                  <a:lnTo>
                    <a:pt x="5666" y="13775"/>
                  </a:lnTo>
                  <a:lnTo>
                    <a:pt x="5153" y="13897"/>
                  </a:lnTo>
                  <a:lnTo>
                    <a:pt x="4640" y="14044"/>
                  </a:lnTo>
                  <a:lnTo>
                    <a:pt x="4152" y="14239"/>
                  </a:lnTo>
                  <a:lnTo>
                    <a:pt x="3688" y="14459"/>
                  </a:lnTo>
                  <a:lnTo>
                    <a:pt x="3224" y="14703"/>
                  </a:lnTo>
                  <a:lnTo>
                    <a:pt x="2784" y="14972"/>
                  </a:lnTo>
                  <a:lnTo>
                    <a:pt x="2369" y="15265"/>
                  </a:lnTo>
                  <a:lnTo>
                    <a:pt x="1954" y="15583"/>
                  </a:lnTo>
                  <a:lnTo>
                    <a:pt x="1588" y="15925"/>
                  </a:lnTo>
                  <a:lnTo>
                    <a:pt x="1221" y="16291"/>
                  </a:lnTo>
                  <a:lnTo>
                    <a:pt x="879" y="16682"/>
                  </a:lnTo>
                  <a:lnTo>
                    <a:pt x="562" y="17097"/>
                  </a:lnTo>
                  <a:lnTo>
                    <a:pt x="269" y="17512"/>
                  </a:lnTo>
                  <a:lnTo>
                    <a:pt x="0" y="17952"/>
                  </a:lnTo>
                  <a:lnTo>
                    <a:pt x="293" y="18074"/>
                  </a:lnTo>
                  <a:lnTo>
                    <a:pt x="611" y="18196"/>
                  </a:lnTo>
                  <a:lnTo>
                    <a:pt x="1319" y="18391"/>
                  </a:lnTo>
                  <a:lnTo>
                    <a:pt x="2125" y="18587"/>
                  </a:lnTo>
                  <a:lnTo>
                    <a:pt x="3053" y="18733"/>
                  </a:lnTo>
                  <a:lnTo>
                    <a:pt x="4030" y="18855"/>
                  </a:lnTo>
                  <a:lnTo>
                    <a:pt x="5104" y="18953"/>
                  </a:lnTo>
                  <a:lnTo>
                    <a:pt x="6228" y="19002"/>
                  </a:lnTo>
                  <a:lnTo>
                    <a:pt x="7376" y="19026"/>
                  </a:lnTo>
                  <a:lnTo>
                    <a:pt x="8548" y="19002"/>
                  </a:lnTo>
                  <a:lnTo>
                    <a:pt x="9672" y="18953"/>
                  </a:lnTo>
                  <a:lnTo>
                    <a:pt x="10746" y="18855"/>
                  </a:lnTo>
                  <a:lnTo>
                    <a:pt x="11723" y="18733"/>
                  </a:lnTo>
                  <a:lnTo>
                    <a:pt x="12651" y="18587"/>
                  </a:lnTo>
                  <a:lnTo>
                    <a:pt x="13457" y="18391"/>
                  </a:lnTo>
                  <a:lnTo>
                    <a:pt x="14165" y="18196"/>
                  </a:lnTo>
                  <a:lnTo>
                    <a:pt x="14483" y="18074"/>
                  </a:lnTo>
                  <a:lnTo>
                    <a:pt x="14776" y="17952"/>
                  </a:lnTo>
                  <a:lnTo>
                    <a:pt x="14507" y="17512"/>
                  </a:lnTo>
                  <a:lnTo>
                    <a:pt x="14214" y="17097"/>
                  </a:lnTo>
                  <a:lnTo>
                    <a:pt x="13897" y="16682"/>
                  </a:lnTo>
                  <a:lnTo>
                    <a:pt x="13555" y="16291"/>
                  </a:lnTo>
                  <a:lnTo>
                    <a:pt x="13188" y="15925"/>
                  </a:lnTo>
                  <a:lnTo>
                    <a:pt x="12822" y="15583"/>
                  </a:lnTo>
                  <a:lnTo>
                    <a:pt x="12407" y="15265"/>
                  </a:lnTo>
                  <a:lnTo>
                    <a:pt x="11992" y="14972"/>
                  </a:lnTo>
                  <a:lnTo>
                    <a:pt x="11552" y="14703"/>
                  </a:lnTo>
                  <a:lnTo>
                    <a:pt x="11088" y="14459"/>
                  </a:lnTo>
                  <a:lnTo>
                    <a:pt x="10624" y="14239"/>
                  </a:lnTo>
                  <a:lnTo>
                    <a:pt x="10136" y="14044"/>
                  </a:lnTo>
                  <a:lnTo>
                    <a:pt x="9623" y="13897"/>
                  </a:lnTo>
                  <a:lnTo>
                    <a:pt x="9110" y="13775"/>
                  </a:lnTo>
                  <a:lnTo>
                    <a:pt x="8573" y="13678"/>
                  </a:lnTo>
                  <a:lnTo>
                    <a:pt x="8035" y="13629"/>
                  </a:lnTo>
                  <a:lnTo>
                    <a:pt x="8035" y="3347"/>
                  </a:lnTo>
                  <a:lnTo>
                    <a:pt x="7913" y="3054"/>
                  </a:lnTo>
                  <a:lnTo>
                    <a:pt x="7840" y="2761"/>
                  </a:lnTo>
                  <a:lnTo>
                    <a:pt x="7791" y="2467"/>
                  </a:lnTo>
                  <a:lnTo>
                    <a:pt x="7767" y="2174"/>
                  </a:lnTo>
                  <a:lnTo>
                    <a:pt x="7791" y="1857"/>
                  </a:lnTo>
                  <a:lnTo>
                    <a:pt x="7840" y="1564"/>
                  </a:lnTo>
                  <a:lnTo>
                    <a:pt x="7913" y="1271"/>
                  </a:lnTo>
                  <a:lnTo>
                    <a:pt x="8035" y="978"/>
                  </a:lnTo>
                  <a:lnTo>
                    <a:pt x="8035" y="636"/>
                  </a:lnTo>
                  <a:lnTo>
                    <a:pt x="8011" y="514"/>
                  </a:lnTo>
                  <a:lnTo>
                    <a:pt x="7986" y="392"/>
                  </a:lnTo>
                  <a:lnTo>
                    <a:pt x="7913" y="294"/>
                  </a:lnTo>
                  <a:lnTo>
                    <a:pt x="7840" y="196"/>
                  </a:lnTo>
                  <a:lnTo>
                    <a:pt x="7742" y="123"/>
                  </a:lnTo>
                  <a:lnTo>
                    <a:pt x="7644" y="50"/>
                  </a:lnTo>
                  <a:lnTo>
                    <a:pt x="7522" y="25"/>
                  </a:lnTo>
                  <a:lnTo>
                    <a:pt x="74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5"/>
            <p:cNvSpPr/>
            <p:nvPr/>
          </p:nvSpPr>
          <p:spPr>
            <a:xfrm>
              <a:off x="2624850" y="4357675"/>
              <a:ext cx="171600" cy="171600"/>
            </a:xfrm>
            <a:custGeom>
              <a:avLst/>
              <a:gdLst/>
              <a:ahLst/>
              <a:cxnLst/>
              <a:rect l="l" t="t" r="r" b="b"/>
              <a:pathLst>
                <a:path w="6864" h="6864" extrusionOk="0">
                  <a:moveTo>
                    <a:pt x="74" y="1"/>
                  </a:moveTo>
                  <a:lnTo>
                    <a:pt x="25" y="25"/>
                  </a:lnTo>
                  <a:lnTo>
                    <a:pt x="0" y="74"/>
                  </a:lnTo>
                  <a:lnTo>
                    <a:pt x="0" y="123"/>
                  </a:lnTo>
                  <a:lnTo>
                    <a:pt x="0" y="318"/>
                  </a:lnTo>
                  <a:lnTo>
                    <a:pt x="25" y="587"/>
                  </a:lnTo>
                  <a:lnTo>
                    <a:pt x="74" y="929"/>
                  </a:lnTo>
                  <a:lnTo>
                    <a:pt x="269" y="1759"/>
                  </a:lnTo>
                  <a:lnTo>
                    <a:pt x="538" y="2736"/>
                  </a:lnTo>
                  <a:lnTo>
                    <a:pt x="880" y="3737"/>
                  </a:lnTo>
                  <a:lnTo>
                    <a:pt x="1051" y="4226"/>
                  </a:lnTo>
                  <a:lnTo>
                    <a:pt x="1246" y="4690"/>
                  </a:lnTo>
                  <a:lnTo>
                    <a:pt x="1441" y="5105"/>
                  </a:lnTo>
                  <a:lnTo>
                    <a:pt x="1661" y="5496"/>
                  </a:lnTo>
                  <a:lnTo>
                    <a:pt x="1857" y="5813"/>
                  </a:lnTo>
                  <a:lnTo>
                    <a:pt x="2076" y="6057"/>
                  </a:lnTo>
                  <a:lnTo>
                    <a:pt x="2272" y="6228"/>
                  </a:lnTo>
                  <a:lnTo>
                    <a:pt x="2492" y="6399"/>
                  </a:lnTo>
                  <a:lnTo>
                    <a:pt x="2711" y="6521"/>
                  </a:lnTo>
                  <a:lnTo>
                    <a:pt x="2956" y="6644"/>
                  </a:lnTo>
                  <a:lnTo>
                    <a:pt x="3200" y="6741"/>
                  </a:lnTo>
                  <a:lnTo>
                    <a:pt x="3444" y="6815"/>
                  </a:lnTo>
                  <a:lnTo>
                    <a:pt x="3688" y="6863"/>
                  </a:lnTo>
                  <a:lnTo>
                    <a:pt x="4201" y="6863"/>
                  </a:lnTo>
                  <a:lnTo>
                    <a:pt x="4445" y="6839"/>
                  </a:lnTo>
                  <a:lnTo>
                    <a:pt x="4690" y="6815"/>
                  </a:lnTo>
                  <a:lnTo>
                    <a:pt x="4958" y="6741"/>
                  </a:lnTo>
                  <a:lnTo>
                    <a:pt x="5178" y="6644"/>
                  </a:lnTo>
                  <a:lnTo>
                    <a:pt x="5422" y="6521"/>
                  </a:lnTo>
                  <a:lnTo>
                    <a:pt x="5642" y="6399"/>
                  </a:lnTo>
                  <a:lnTo>
                    <a:pt x="5862" y="6228"/>
                  </a:lnTo>
                  <a:lnTo>
                    <a:pt x="2198" y="2565"/>
                  </a:lnTo>
                  <a:lnTo>
                    <a:pt x="2150" y="2492"/>
                  </a:lnTo>
                  <a:lnTo>
                    <a:pt x="2125" y="2394"/>
                  </a:lnTo>
                  <a:lnTo>
                    <a:pt x="2150" y="2296"/>
                  </a:lnTo>
                  <a:lnTo>
                    <a:pt x="2198" y="2199"/>
                  </a:lnTo>
                  <a:lnTo>
                    <a:pt x="2296" y="2150"/>
                  </a:lnTo>
                  <a:lnTo>
                    <a:pt x="2394" y="2125"/>
                  </a:lnTo>
                  <a:lnTo>
                    <a:pt x="2492" y="2150"/>
                  </a:lnTo>
                  <a:lnTo>
                    <a:pt x="2565" y="2199"/>
                  </a:lnTo>
                  <a:lnTo>
                    <a:pt x="6228" y="5862"/>
                  </a:lnTo>
                  <a:lnTo>
                    <a:pt x="6375" y="5642"/>
                  </a:lnTo>
                  <a:lnTo>
                    <a:pt x="6521" y="5422"/>
                  </a:lnTo>
                  <a:lnTo>
                    <a:pt x="6643" y="5203"/>
                  </a:lnTo>
                  <a:lnTo>
                    <a:pt x="6741" y="4958"/>
                  </a:lnTo>
                  <a:lnTo>
                    <a:pt x="6814" y="4714"/>
                  </a:lnTo>
                  <a:lnTo>
                    <a:pt x="6839" y="4446"/>
                  </a:lnTo>
                  <a:lnTo>
                    <a:pt x="6863" y="4201"/>
                  </a:lnTo>
                  <a:lnTo>
                    <a:pt x="6863" y="3933"/>
                  </a:lnTo>
                  <a:lnTo>
                    <a:pt x="6839" y="3688"/>
                  </a:lnTo>
                  <a:lnTo>
                    <a:pt x="6814" y="3444"/>
                  </a:lnTo>
                  <a:lnTo>
                    <a:pt x="6741" y="3200"/>
                  </a:lnTo>
                  <a:lnTo>
                    <a:pt x="6643" y="2956"/>
                  </a:lnTo>
                  <a:lnTo>
                    <a:pt x="6521" y="2711"/>
                  </a:lnTo>
                  <a:lnTo>
                    <a:pt x="6399" y="2492"/>
                  </a:lnTo>
                  <a:lnTo>
                    <a:pt x="6228" y="2272"/>
                  </a:lnTo>
                  <a:lnTo>
                    <a:pt x="6057" y="2076"/>
                  </a:lnTo>
                  <a:lnTo>
                    <a:pt x="5813" y="1857"/>
                  </a:lnTo>
                  <a:lnTo>
                    <a:pt x="5496" y="1661"/>
                  </a:lnTo>
                  <a:lnTo>
                    <a:pt x="5105" y="1466"/>
                  </a:lnTo>
                  <a:lnTo>
                    <a:pt x="4690" y="1246"/>
                  </a:lnTo>
                  <a:lnTo>
                    <a:pt x="4226" y="1051"/>
                  </a:lnTo>
                  <a:lnTo>
                    <a:pt x="3737" y="880"/>
                  </a:lnTo>
                  <a:lnTo>
                    <a:pt x="2736" y="538"/>
                  </a:lnTo>
                  <a:lnTo>
                    <a:pt x="1759" y="269"/>
                  </a:lnTo>
                  <a:lnTo>
                    <a:pt x="928" y="74"/>
                  </a:lnTo>
                  <a:lnTo>
                    <a:pt x="587" y="25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6"/>
          <p:cNvSpPr txBox="1">
            <a:spLocks noGrp="1"/>
          </p:cNvSpPr>
          <p:nvPr>
            <p:ph type="title"/>
          </p:nvPr>
        </p:nvSpPr>
        <p:spPr>
          <a:xfrm>
            <a:off x="922000" y="586650"/>
            <a:ext cx="50292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Miembros del </a:t>
            </a:r>
            <a:r>
              <a:rPr lang="en" sz="3600">
                <a:solidFill>
                  <a:srgbClr val="1ABC9C"/>
                </a:solidFill>
              </a:rPr>
              <a:t>Equipo</a:t>
            </a:r>
            <a:endParaRPr sz="3600">
              <a:solidFill>
                <a:srgbClr val="1ABC9C"/>
              </a:solidFill>
            </a:endParaRPr>
          </a:p>
        </p:txBody>
      </p:sp>
      <p:sp>
        <p:nvSpPr>
          <p:cNvPr id="257" name="Google Shape;257;p36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258" name="Google Shape;258;p36"/>
          <p:cNvPicPr preferRelativeResize="0"/>
          <p:nvPr/>
        </p:nvPicPr>
        <p:blipFill rotWithShape="1">
          <a:blip r:embed="rId3">
            <a:alphaModFix/>
          </a:blip>
          <a:srcRect l="-1364" r="76191"/>
          <a:stretch/>
        </p:blipFill>
        <p:spPr>
          <a:xfrm>
            <a:off x="7972850" y="249550"/>
            <a:ext cx="981748" cy="963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6"/>
          <p:cNvSpPr txBox="1"/>
          <p:nvPr/>
        </p:nvSpPr>
        <p:spPr>
          <a:xfrm>
            <a:off x="894213" y="3794975"/>
            <a:ext cx="1709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Jorge Peralta</a:t>
            </a:r>
            <a:endParaRPr dirty="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261" name="Google Shape;261;p36"/>
          <p:cNvSpPr txBox="1"/>
          <p:nvPr/>
        </p:nvSpPr>
        <p:spPr>
          <a:xfrm>
            <a:off x="871275" y="4071126"/>
            <a:ext cx="17550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 dirty="0">
                <a:solidFill>
                  <a:srgbClr val="434343"/>
                </a:solidFill>
                <a:latin typeface="Raleway Light"/>
                <a:ea typeface="Raleway Light"/>
                <a:cs typeface="Raleway Light"/>
                <a:sym typeface="Raleway Light"/>
              </a:rPr>
              <a:t>Backend</a:t>
            </a:r>
            <a:endParaRPr sz="1000" dirty="0">
              <a:solidFill>
                <a:srgbClr val="434343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grpSp>
        <p:nvGrpSpPr>
          <p:cNvPr id="266" name="Google Shape;266;p36"/>
          <p:cNvGrpSpPr/>
          <p:nvPr/>
        </p:nvGrpSpPr>
        <p:grpSpPr>
          <a:xfrm>
            <a:off x="6540675" y="3794975"/>
            <a:ext cx="1755000" cy="629551"/>
            <a:chOff x="6540675" y="3823175"/>
            <a:chExt cx="1755000" cy="629551"/>
          </a:xfrm>
        </p:grpSpPr>
        <p:sp>
          <p:nvSpPr>
            <p:cNvPr id="268" name="Google Shape;268;p36"/>
            <p:cNvSpPr txBox="1"/>
            <p:nvPr/>
          </p:nvSpPr>
          <p:spPr>
            <a:xfrm>
              <a:off x="6563613" y="3823175"/>
              <a:ext cx="1709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434343"/>
                  </a:solidFill>
                  <a:latin typeface="Raleway ExtraBold"/>
                  <a:ea typeface="Raleway ExtraBold"/>
                  <a:cs typeface="Raleway ExtraBold"/>
                  <a:sym typeface="Raleway ExtraBold"/>
                </a:rPr>
                <a:t>Diego López</a:t>
              </a:r>
              <a:endParaRPr dirty="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endParaRPr>
            </a:p>
          </p:txBody>
        </p:sp>
        <p:sp>
          <p:nvSpPr>
            <p:cNvPr id="269" name="Google Shape;269;p36"/>
            <p:cNvSpPr txBox="1"/>
            <p:nvPr/>
          </p:nvSpPr>
          <p:spPr>
            <a:xfrm>
              <a:off x="6540675" y="4099326"/>
              <a:ext cx="1755000" cy="35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HN" sz="1000" dirty="0">
                  <a:solidFill>
                    <a:srgbClr val="434343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Base de Datos</a:t>
              </a:r>
              <a:endParaRPr sz="1000" dirty="0">
                <a:solidFill>
                  <a:srgbClr val="434343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endParaRPr sz="1000" dirty="0">
                <a:solidFill>
                  <a:srgbClr val="434343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8BC26E6-561D-1D2A-D326-AB7090BE5F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343" y="1438018"/>
            <a:ext cx="2086839" cy="2086839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323896-A4C1-015C-8793-153175C524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5691" y="1378350"/>
            <a:ext cx="2212207" cy="2212207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0" name="Google Shape;260;p36">
            <a:extLst>
              <a:ext uri="{FF2B5EF4-FFF2-40B4-BE49-F238E27FC236}">
                <a16:creationId xmlns:a16="http://schemas.microsoft.com/office/drawing/2014/main" id="{05C911A5-5D34-A5AB-4F94-FBE7134EE4C7}"/>
              </a:ext>
            </a:extLst>
          </p:cNvPr>
          <p:cNvSpPr txBox="1"/>
          <p:nvPr/>
        </p:nvSpPr>
        <p:spPr>
          <a:xfrm>
            <a:off x="3717444" y="3786487"/>
            <a:ext cx="1709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Elvin Castillo</a:t>
            </a:r>
            <a:endParaRPr dirty="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21" name="Google Shape;261;p36">
            <a:extLst>
              <a:ext uri="{FF2B5EF4-FFF2-40B4-BE49-F238E27FC236}">
                <a16:creationId xmlns:a16="http://schemas.microsoft.com/office/drawing/2014/main" id="{9FE65933-18CE-52D0-B6CB-F9339E7E6ADC}"/>
              </a:ext>
            </a:extLst>
          </p:cNvPr>
          <p:cNvSpPr txBox="1"/>
          <p:nvPr/>
        </p:nvSpPr>
        <p:spPr>
          <a:xfrm>
            <a:off x="3664295" y="4071126"/>
            <a:ext cx="17550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 dirty="0">
                <a:solidFill>
                  <a:srgbClr val="434343"/>
                </a:solidFill>
                <a:latin typeface="Raleway Light"/>
                <a:ea typeface="Raleway Light"/>
                <a:cs typeface="Raleway Light"/>
                <a:sym typeface="Raleway Light"/>
              </a:rPr>
              <a:t>Frontend</a:t>
            </a:r>
            <a:endParaRPr sz="1000" dirty="0">
              <a:solidFill>
                <a:srgbClr val="434343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EB4FB19-F4DD-6AE2-7080-7487E3020143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517" y="1378350"/>
            <a:ext cx="2212207" cy="2212207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7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275" name="Google Shape;275;p37"/>
          <p:cNvSpPr txBox="1">
            <a:spLocks noGrp="1"/>
          </p:cNvSpPr>
          <p:nvPr>
            <p:ph type="ctrTitle" idx="4294967295"/>
          </p:nvPr>
        </p:nvSpPr>
        <p:spPr>
          <a:xfrm>
            <a:off x="685800" y="1507150"/>
            <a:ext cx="65937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>
                <a:solidFill>
                  <a:srgbClr val="1ABC9C"/>
                </a:solidFill>
              </a:rPr>
              <a:t>¡Pruébalo!</a:t>
            </a:r>
            <a:endParaRPr sz="9600" dirty="0">
              <a:solidFill>
                <a:srgbClr val="1ABC9C"/>
              </a:solidFill>
            </a:endParaRPr>
          </a:p>
        </p:txBody>
      </p:sp>
      <p:sp>
        <p:nvSpPr>
          <p:cNvPr id="276" name="Google Shape;276;p37"/>
          <p:cNvSpPr txBox="1">
            <a:spLocks noGrp="1"/>
          </p:cNvSpPr>
          <p:nvPr>
            <p:ph type="subTitle" idx="4294967295"/>
          </p:nvPr>
        </p:nvSpPr>
        <p:spPr>
          <a:xfrm>
            <a:off x="685800" y="2860000"/>
            <a:ext cx="6593700" cy="19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HN" sz="3600" b="1" dirty="0" err="1"/>
              <a:t>Proximamente</a:t>
            </a:r>
            <a:endParaRPr lang="es-HN" sz="3600" b="1" dirty="0"/>
          </a:p>
          <a:p>
            <a:pPr marL="0" indent="0">
              <a:buClr>
                <a:schemeClr val="dk1"/>
              </a:buClr>
              <a:buSzPts val="1100"/>
              <a:buNone/>
            </a:pPr>
            <a:r>
              <a:rPr lang="es-MX" dirty="0">
                <a:hlinkClick r:id="rId3"/>
              </a:rPr>
              <a:t>diegorick@unitec.edu</a:t>
            </a:r>
            <a:r>
              <a:rPr lang="es-MX" dirty="0"/>
              <a:t>, </a:t>
            </a:r>
            <a:r>
              <a:rPr lang="es-MX" dirty="0">
                <a:hlinkClick r:id="rId4"/>
              </a:rPr>
              <a:t>jperalta@unitec.edu</a:t>
            </a:r>
            <a:r>
              <a:rPr lang="es-MX" dirty="0"/>
              <a:t>, </a:t>
            </a:r>
            <a:r>
              <a:rPr lang="es-MX" dirty="0">
                <a:hlinkClick r:id="rId3"/>
              </a:rPr>
              <a:t>elvin.@unitec.edu</a:t>
            </a:r>
            <a:endParaRPr lang="es-MX" dirty="0"/>
          </a:p>
          <a:p>
            <a:pPr marL="0" indent="0">
              <a:buClr>
                <a:schemeClr val="dk1"/>
              </a:buClr>
              <a:buSzPts val="1100"/>
              <a:buNone/>
            </a:pPr>
            <a:endParaRPr lang="es-MX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MX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MX" sz="3600" b="1" dirty="0"/>
          </a:p>
        </p:txBody>
      </p:sp>
      <p:sp>
        <p:nvSpPr>
          <p:cNvPr id="277" name="Google Shape;277;p37"/>
          <p:cNvSpPr/>
          <p:nvPr/>
        </p:nvSpPr>
        <p:spPr>
          <a:xfrm>
            <a:off x="8054234" y="327815"/>
            <a:ext cx="798007" cy="725835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1ABC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8"/>
          <p:cNvSpPr txBox="1">
            <a:spLocks noGrp="1"/>
          </p:cNvSpPr>
          <p:nvPr>
            <p:ph type="title"/>
          </p:nvPr>
        </p:nvSpPr>
        <p:spPr>
          <a:xfrm>
            <a:off x="922000" y="815413"/>
            <a:ext cx="68661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Gracias por su Atención</a:t>
            </a:r>
            <a:endParaRPr dirty="0"/>
          </a:p>
        </p:txBody>
      </p:sp>
      <p:sp>
        <p:nvSpPr>
          <p:cNvPr id="284" name="Google Shape;284;p38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pic>
        <p:nvPicPr>
          <p:cNvPr id="285" name="Google Shape;285;p38"/>
          <p:cNvPicPr preferRelativeResize="0"/>
          <p:nvPr/>
        </p:nvPicPr>
        <p:blipFill rotWithShape="1">
          <a:blip r:embed="rId3">
            <a:alphaModFix/>
          </a:blip>
          <a:srcRect l="-1364" r="76191"/>
          <a:stretch/>
        </p:blipFill>
        <p:spPr>
          <a:xfrm>
            <a:off x="7972850" y="249550"/>
            <a:ext cx="981748" cy="96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8"/>
          <p:cNvSpPr txBox="1">
            <a:spLocks noGrp="1"/>
          </p:cNvSpPr>
          <p:nvPr>
            <p:ph type="title"/>
          </p:nvPr>
        </p:nvSpPr>
        <p:spPr>
          <a:xfrm>
            <a:off x="922000" y="815413"/>
            <a:ext cx="68661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Enlace a Trello</a:t>
            </a:r>
            <a:endParaRPr dirty="0"/>
          </a:p>
        </p:txBody>
      </p:sp>
      <p:sp>
        <p:nvSpPr>
          <p:cNvPr id="284" name="Google Shape;284;p38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pic>
        <p:nvPicPr>
          <p:cNvPr id="285" name="Google Shape;285;p38"/>
          <p:cNvPicPr preferRelativeResize="0"/>
          <p:nvPr/>
        </p:nvPicPr>
        <p:blipFill rotWithShape="1">
          <a:blip r:embed="rId3">
            <a:alphaModFix/>
          </a:blip>
          <a:srcRect l="-1364" r="76191"/>
          <a:stretch/>
        </p:blipFill>
        <p:spPr>
          <a:xfrm>
            <a:off x="7972850" y="249550"/>
            <a:ext cx="981748" cy="9631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82;p38">
            <a:extLst>
              <a:ext uri="{FF2B5EF4-FFF2-40B4-BE49-F238E27FC236}">
                <a16:creationId xmlns:a16="http://schemas.microsoft.com/office/drawing/2014/main" id="{78767CCC-FA62-B374-523A-7BAB85DE3C29}"/>
              </a:ext>
            </a:extLst>
          </p:cNvPr>
          <p:cNvSpPr txBox="1">
            <a:spLocks/>
          </p:cNvSpPr>
          <p:nvPr/>
        </p:nvSpPr>
        <p:spPr>
          <a:xfrm>
            <a:off x="1138950" y="2143050"/>
            <a:ext cx="6866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 b="0" i="0" u="none" strike="noStrike" cap="non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 b="0" i="0" u="none" strike="noStrike" cap="non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 b="0" i="0" u="none" strike="noStrike" cap="non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 b="0" i="0" u="none" strike="noStrike" cap="non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 b="0" i="0" u="none" strike="noStrike" cap="non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 b="0" i="0" u="none" strike="noStrike" cap="non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 b="0" i="0" u="none" strike="noStrike" cap="non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 b="0" i="0" u="none" strike="noStrike" cap="non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 b="0" i="0" u="none" strike="noStrike" cap="non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rPr lang="en-US" sz="2000" dirty="0">
                <a:hlinkClick r:id="rId4"/>
              </a:rPr>
              <a:t>https://trello.com/invite/b/ycxc604D/e7b2cda15811b62ebc49e92c6241ae3a/proyecto-cinema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4571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8"/>
          <p:cNvSpPr txBox="1">
            <a:spLocks noGrp="1"/>
          </p:cNvSpPr>
          <p:nvPr>
            <p:ph type="title"/>
          </p:nvPr>
        </p:nvSpPr>
        <p:spPr>
          <a:xfrm>
            <a:off x="730800" y="1057784"/>
            <a:ext cx="76824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Enlace a Canvanizer-Lean Canva</a:t>
            </a:r>
            <a:endParaRPr sz="3200" dirty="0"/>
          </a:p>
        </p:txBody>
      </p:sp>
      <p:sp>
        <p:nvSpPr>
          <p:cNvPr id="284" name="Google Shape;284;p38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pic>
        <p:nvPicPr>
          <p:cNvPr id="285" name="Google Shape;285;p38"/>
          <p:cNvPicPr preferRelativeResize="0"/>
          <p:nvPr/>
        </p:nvPicPr>
        <p:blipFill rotWithShape="1">
          <a:blip r:embed="rId3">
            <a:alphaModFix/>
          </a:blip>
          <a:srcRect l="-1364" r="76191"/>
          <a:stretch/>
        </p:blipFill>
        <p:spPr>
          <a:xfrm>
            <a:off x="7972850" y="249550"/>
            <a:ext cx="981748" cy="9631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82;p38">
            <a:extLst>
              <a:ext uri="{FF2B5EF4-FFF2-40B4-BE49-F238E27FC236}">
                <a16:creationId xmlns:a16="http://schemas.microsoft.com/office/drawing/2014/main" id="{78767CCC-FA62-B374-523A-7BAB85DE3C29}"/>
              </a:ext>
            </a:extLst>
          </p:cNvPr>
          <p:cNvSpPr txBox="1">
            <a:spLocks/>
          </p:cNvSpPr>
          <p:nvPr/>
        </p:nvSpPr>
        <p:spPr>
          <a:xfrm>
            <a:off x="1138950" y="2143050"/>
            <a:ext cx="720495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 b="0" i="0" u="none" strike="noStrike" cap="non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 b="0" i="0" u="none" strike="noStrike" cap="non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 b="0" i="0" u="none" strike="noStrike" cap="non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 b="0" i="0" u="none" strike="noStrike" cap="non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 b="0" i="0" u="none" strike="noStrike" cap="non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 b="0" i="0" u="none" strike="noStrike" cap="non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 b="0" i="0" u="none" strike="noStrike" cap="non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 b="0" i="0" u="none" strike="noStrike" cap="non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 b="0" i="0" u="none" strike="noStrike" cap="non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rPr lang="en-US" sz="2000" dirty="0">
                <a:hlinkClick r:id="rId4"/>
              </a:rPr>
              <a:t>https://next.canvanizer.com/canvas/r1BHQwZFlV1rI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7524785"/>
      </p:ext>
    </p:extLst>
  </p:cSld>
  <p:clrMapOvr>
    <a:masterClrMapping/>
  </p:clrMapOvr>
</p:sld>
</file>

<file path=ppt/theme/theme1.xml><?xml version="1.0" encoding="utf-8"?>
<a:theme xmlns:a="http://schemas.openxmlformats.org/drawingml/2006/main" name="Olivia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livia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277</Words>
  <Application>Microsoft Office PowerPoint</Application>
  <PresentationFormat>On-screen Show (16:9)</PresentationFormat>
  <Paragraphs>88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Raleway</vt:lpstr>
      <vt:lpstr>Raleway ExtraBold</vt:lpstr>
      <vt:lpstr>Raleway Light</vt:lpstr>
      <vt:lpstr>Olivia template</vt:lpstr>
      <vt:lpstr>Olivia template</vt:lpstr>
      <vt:lpstr>Proyecto_Cinema</vt:lpstr>
      <vt:lpstr>¿Cuál es el problema? </vt:lpstr>
      <vt:lpstr>¿Cómo lo estás solucionando? </vt:lpstr>
      <vt:lpstr>¿Cómo funciona?</vt:lpstr>
      <vt:lpstr>PowerPoint Presentation</vt:lpstr>
      <vt:lpstr>Análisis de la Competencia</vt:lpstr>
      <vt:lpstr>¿Cómo haces Dinero?</vt:lpstr>
      <vt:lpstr>4,200,000</vt:lpstr>
      <vt:lpstr>¿Cómo obtendrás usuarios?</vt:lpstr>
      <vt:lpstr>$5,000.00 </vt:lpstr>
      <vt:lpstr>Miembros del Equipo</vt:lpstr>
      <vt:lpstr>¡Pruébalo!</vt:lpstr>
      <vt:lpstr>Gracias por su Atención</vt:lpstr>
      <vt:lpstr>Enlace a Trello</vt:lpstr>
      <vt:lpstr>Enlace a Canvanizer-Lean Canva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Proyecto_Cinema</dc:title>
  <cp:lastModifiedBy>DIEGO RICARDO LOPEZ RIVERA</cp:lastModifiedBy>
  <cp:revision>14</cp:revision>
  <dcterms:modified xsi:type="dcterms:W3CDTF">2022-05-15T10:43:44Z</dcterms:modified>
</cp:coreProperties>
</file>